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Corben"/>
      <p:regular r:id="rId24"/>
      <p:bold r:id="rId25"/>
    </p:embeddedFont>
    <p:embeddedFont>
      <p:font typeface="Palatino Linotype"/>
      <p:regular r:id="rId26"/>
      <p:bold r:id="rId27"/>
      <p:italic r:id="rId28"/>
      <p:boldItalic r:id="rId29"/>
    </p:embeddedFont>
    <p:embeddedFont>
      <p:font typeface="Century Gothic"/>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4" roundtripDataSignature="AMtx7mhTRKWKJeBStQAAZqCGu/y7JGtW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Corben-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alatinoLinotype-regular.fntdata"/><Relationship Id="rId25" Type="http://schemas.openxmlformats.org/officeDocument/2006/relationships/font" Target="fonts/Corben-bold.fntdata"/><Relationship Id="rId28" Type="http://schemas.openxmlformats.org/officeDocument/2006/relationships/font" Target="fonts/PalatinoLinotype-italic.fntdata"/><Relationship Id="rId27" Type="http://schemas.openxmlformats.org/officeDocument/2006/relationships/font" Target="fonts/PalatinoLinotype-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alatinoLinotype-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enturyGothic-bold.fntdata"/><Relationship Id="rId30" Type="http://schemas.openxmlformats.org/officeDocument/2006/relationships/font" Target="fonts/CenturyGothic-regular.fntdata"/><Relationship Id="rId11" Type="http://schemas.openxmlformats.org/officeDocument/2006/relationships/slide" Target="slides/slide5.xml"/><Relationship Id="rId33" Type="http://schemas.openxmlformats.org/officeDocument/2006/relationships/font" Target="fonts/CenturyGothic-boldItalic.fntdata"/><Relationship Id="rId10" Type="http://schemas.openxmlformats.org/officeDocument/2006/relationships/slide" Target="slides/slide4.xml"/><Relationship Id="rId32" Type="http://schemas.openxmlformats.org/officeDocument/2006/relationships/font" Target="fonts/CenturyGothic-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i="1" lang="en-US" sz="1200">
                <a:solidFill>
                  <a:schemeClr val="dk1"/>
                </a:solidFill>
                <a:latin typeface="Calibri"/>
                <a:ea typeface="Calibri"/>
                <a:cs typeface="Calibri"/>
                <a:sym typeface="Calibri"/>
              </a:rPr>
              <a:t>This template is for educational, non-commercial purposes </a:t>
            </a:r>
            <a:r>
              <a:rPr i="1" lang="en-US" sz="1200" u="sng">
                <a:solidFill>
                  <a:schemeClr val="dk1"/>
                </a:solidFill>
                <a:latin typeface="Calibri"/>
                <a:ea typeface="Calibri"/>
                <a:cs typeface="Calibri"/>
                <a:sym typeface="Calibri"/>
              </a:rPr>
              <a:t>only</a:t>
            </a:r>
            <a:r>
              <a:rPr i="1" lang="en-US" sz="1200">
                <a:solidFill>
                  <a:schemeClr val="dk1"/>
                </a:solidFill>
                <a:latin typeface="Calibri"/>
                <a:ea typeface="Calibri"/>
                <a:cs typeface="Calibri"/>
                <a:sym typeface="Calibri"/>
              </a:rPr>
              <a:t>. For more free game templates like this one, visit </a:t>
            </a:r>
            <a:r>
              <a:rPr b="1" i="1" lang="en-US" sz="1200">
                <a:solidFill>
                  <a:schemeClr val="dk1"/>
                </a:solidFill>
                <a:latin typeface="Calibri"/>
                <a:ea typeface="Calibri"/>
                <a:cs typeface="Calibri"/>
                <a:sym typeface="Calibri"/>
              </a:rPr>
              <a:t>https://www.taysteachingtoolkit.com</a:t>
            </a:r>
            <a:endParaRPr b="1" i="1" sz="1200">
              <a:solidFill>
                <a:schemeClr val="dk1"/>
              </a:solidFill>
              <a:latin typeface="Calibri"/>
              <a:ea typeface="Calibri"/>
              <a:cs typeface="Calibri"/>
              <a:sym typeface="Calibri"/>
            </a:endParaRPr>
          </a:p>
        </p:txBody>
      </p:sp>
      <p:sp>
        <p:nvSpPr>
          <p:cNvPr id="167" name="Google Shape;16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To change the picture </a:t>
            </a:r>
            <a:r>
              <a:rPr i="1" lang="en-US" u="sng"/>
              <a:t>without disrupting the animation</a:t>
            </a:r>
            <a:r>
              <a:rPr i="1" lang="en-US"/>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endParaRPr/>
          </a:p>
          <a:p>
            <a:pPr indent="0" lvl="0" marL="0" rtl="0" algn="l">
              <a:lnSpc>
                <a:spcPct val="100000"/>
              </a:lnSpc>
              <a:spcBef>
                <a:spcPts val="0"/>
              </a:spcBef>
              <a:spcAft>
                <a:spcPts val="0"/>
              </a:spcAft>
              <a:buSzPts val="1400"/>
              <a:buNone/>
            </a:pPr>
            <a:r>
              <a:t/>
            </a:r>
            <a:endParaRPr/>
          </a:p>
        </p:txBody>
      </p:sp>
      <p:sp>
        <p:nvSpPr>
          <p:cNvPr id="174" name="Google Shape;174;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the game starts the students ask the teacher a question and the teacher answers with one of the cards (You can also play where the teacher just says a vocabulary word/sentence).</a:t>
            </a:r>
            <a:endParaRPr/>
          </a:p>
          <a:p>
            <a:pPr indent="0" lvl="0" marL="0" rtl="0" algn="l">
              <a:lnSpc>
                <a:spcPct val="100000"/>
              </a:lnSpc>
              <a:spcBef>
                <a:spcPts val="0"/>
              </a:spcBef>
              <a:spcAft>
                <a:spcPts val="0"/>
              </a:spcAft>
              <a:buSzPts val="1400"/>
              <a:buNone/>
            </a:pPr>
            <a:r>
              <a:t/>
            </a:r>
            <a:endParaRPr/>
          </a:p>
        </p:txBody>
      </p:sp>
      <p:sp>
        <p:nvSpPr>
          <p:cNvPr id="186" name="Google Shape;18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To change the picture </a:t>
            </a:r>
            <a:r>
              <a:rPr i="1" lang="en-US" u="sng"/>
              <a:t>without disrupting the animation</a:t>
            </a:r>
            <a:r>
              <a:rPr i="1" lang="en-US"/>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endParaRPr/>
          </a:p>
          <a:p>
            <a:pPr indent="0" lvl="0" marL="0" rtl="0" algn="l">
              <a:lnSpc>
                <a:spcPct val="100000"/>
              </a:lnSpc>
              <a:spcBef>
                <a:spcPts val="0"/>
              </a:spcBef>
              <a:spcAft>
                <a:spcPts val="0"/>
              </a:spcAft>
              <a:buSzPts val="1400"/>
              <a:buNone/>
            </a:pPr>
            <a:r>
              <a:t/>
            </a:r>
            <a:endParaRPr/>
          </a:p>
        </p:txBody>
      </p:sp>
      <p:sp>
        <p:nvSpPr>
          <p:cNvPr id="195" name="Google Shape;19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To change the picture </a:t>
            </a:r>
            <a:r>
              <a:rPr i="1" lang="en-US" u="sng"/>
              <a:t>without disrupting the animation</a:t>
            </a:r>
            <a:r>
              <a:rPr i="1" lang="en-US"/>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endParaRPr/>
          </a:p>
          <a:p>
            <a:pPr indent="0" lvl="0" marL="0" rtl="0" algn="l">
              <a:lnSpc>
                <a:spcPct val="100000"/>
              </a:lnSpc>
              <a:spcBef>
                <a:spcPts val="0"/>
              </a:spcBef>
              <a:spcAft>
                <a:spcPts val="0"/>
              </a:spcAft>
              <a:buSzPts val="1400"/>
              <a:buNone/>
            </a:pPr>
            <a:r>
              <a:t/>
            </a:r>
            <a:endParaRPr/>
          </a:p>
        </p:txBody>
      </p:sp>
      <p:sp>
        <p:nvSpPr>
          <p:cNvPr id="210" name="Google Shape;210;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To change the picture </a:t>
            </a:r>
            <a:r>
              <a:rPr i="1" lang="en-US" u="sng"/>
              <a:t>without disrupting the animation</a:t>
            </a:r>
            <a:r>
              <a:rPr i="1" lang="en-US"/>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endParaRPr/>
          </a:p>
          <a:p>
            <a:pPr indent="0" lvl="0" marL="0" rtl="0" algn="l">
              <a:lnSpc>
                <a:spcPct val="100000"/>
              </a:lnSpc>
              <a:spcBef>
                <a:spcPts val="0"/>
              </a:spcBef>
              <a:spcAft>
                <a:spcPts val="0"/>
              </a:spcAft>
              <a:buSzPts val="1400"/>
              <a:buNone/>
            </a:pPr>
            <a:r>
              <a:t/>
            </a:r>
            <a:endParaRPr/>
          </a:p>
        </p:txBody>
      </p:sp>
      <p:sp>
        <p:nvSpPr>
          <p:cNvPr id="228" name="Google Shape;22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To change the picture </a:t>
            </a:r>
            <a:r>
              <a:rPr i="1" lang="en-US" u="sng"/>
              <a:t>without disrupting the animation</a:t>
            </a:r>
            <a:r>
              <a:rPr i="1" lang="en-US"/>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endParaRPr/>
          </a:p>
          <a:p>
            <a:pPr indent="0" lvl="0" marL="0" rtl="0" algn="l">
              <a:lnSpc>
                <a:spcPct val="100000"/>
              </a:lnSpc>
              <a:spcBef>
                <a:spcPts val="0"/>
              </a:spcBef>
              <a:spcAft>
                <a:spcPts val="0"/>
              </a:spcAft>
              <a:buSzPts val="1400"/>
              <a:buNone/>
            </a:pPr>
            <a:r>
              <a:t/>
            </a:r>
            <a:endParaRPr/>
          </a:p>
        </p:txBody>
      </p:sp>
      <p:sp>
        <p:nvSpPr>
          <p:cNvPr id="257" name="Google Shape;257;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i="1" lang="en-US" sz="1200">
                <a:solidFill>
                  <a:schemeClr val="dk1"/>
                </a:solidFill>
                <a:latin typeface="Calibri"/>
                <a:ea typeface="Calibri"/>
                <a:cs typeface="Calibri"/>
                <a:sym typeface="Calibri"/>
              </a:rPr>
              <a:t>This template is for educational, non-commercial purposes </a:t>
            </a:r>
            <a:r>
              <a:rPr i="1" lang="en-US" sz="1200" u="sng">
                <a:solidFill>
                  <a:schemeClr val="dk1"/>
                </a:solidFill>
                <a:latin typeface="Calibri"/>
                <a:ea typeface="Calibri"/>
                <a:cs typeface="Calibri"/>
                <a:sym typeface="Calibri"/>
              </a:rPr>
              <a:t>only</a:t>
            </a:r>
            <a:r>
              <a:rPr i="1" lang="en-US" sz="1200">
                <a:solidFill>
                  <a:schemeClr val="dk1"/>
                </a:solidFill>
                <a:latin typeface="Calibri"/>
                <a:ea typeface="Calibri"/>
                <a:cs typeface="Calibri"/>
                <a:sym typeface="Calibri"/>
              </a:rPr>
              <a:t>. For more free game templates like this one, visit </a:t>
            </a:r>
            <a:r>
              <a:rPr b="1" i="1" lang="en-US" sz="1200">
                <a:solidFill>
                  <a:schemeClr val="dk1"/>
                </a:solidFill>
                <a:latin typeface="Calibri"/>
                <a:ea typeface="Calibri"/>
                <a:cs typeface="Calibri"/>
                <a:sym typeface="Calibri"/>
              </a:rPr>
              <a:t>https://www.taysteachingtoolkit.com</a:t>
            </a:r>
            <a:endParaRPr b="1" i="1" sz="1200">
              <a:solidFill>
                <a:schemeClr val="dk1"/>
              </a:solidFill>
              <a:latin typeface="Calibri"/>
              <a:ea typeface="Calibri"/>
              <a:cs typeface="Calibri"/>
              <a:sym typeface="Calibri"/>
            </a:endParaRPr>
          </a:p>
        </p:txBody>
      </p:sp>
      <p:sp>
        <p:nvSpPr>
          <p:cNvPr id="275" name="Google Shape;275;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Replace the text in the boxes with your class’ vocabulary or target language.</a:t>
            </a:r>
            <a:endParaRPr/>
          </a:p>
          <a:p>
            <a:pPr indent="0" lvl="0" marL="0" rtl="0" algn="l">
              <a:lnSpc>
                <a:spcPct val="100000"/>
              </a:lnSpc>
              <a:spcBef>
                <a:spcPts val="0"/>
              </a:spcBef>
              <a:spcAft>
                <a:spcPts val="0"/>
              </a:spcAft>
              <a:buSzPts val="1400"/>
              <a:buNone/>
            </a:pPr>
            <a:r>
              <a:t/>
            </a:r>
            <a:endParaRPr/>
          </a:p>
        </p:txBody>
      </p:sp>
      <p:sp>
        <p:nvSpPr>
          <p:cNvPr id="282" name="Google Shape;282;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the game starts the students ask the teacher a question and the teacher answers with one of the cards (You can also play where the teacher just says a vocabulary word/sentence).</a:t>
            </a:r>
            <a:endParaRPr/>
          </a:p>
          <a:p>
            <a:pPr indent="0" lvl="0" marL="0" rtl="0" algn="l">
              <a:lnSpc>
                <a:spcPct val="100000"/>
              </a:lnSpc>
              <a:spcBef>
                <a:spcPts val="0"/>
              </a:spcBef>
              <a:spcAft>
                <a:spcPts val="0"/>
              </a:spcAft>
              <a:buSzPts val="1400"/>
              <a:buNone/>
            </a:pPr>
            <a:r>
              <a:t/>
            </a:r>
            <a:endParaRPr/>
          </a:p>
        </p:txBody>
      </p:sp>
      <p:sp>
        <p:nvSpPr>
          <p:cNvPr id="294" name="Google Shape;29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Replace the text in the boxes with your class’ vocabulary or target language.</a:t>
            </a:r>
            <a:endParaRPr/>
          </a:p>
          <a:p>
            <a:pPr indent="0" lvl="0" marL="0" rtl="0" algn="l">
              <a:lnSpc>
                <a:spcPct val="100000"/>
              </a:lnSpc>
              <a:spcBef>
                <a:spcPts val="0"/>
              </a:spcBef>
              <a:spcAft>
                <a:spcPts val="0"/>
              </a:spcAft>
              <a:buSzPts val="1400"/>
              <a:buNone/>
            </a:pPr>
            <a:r>
              <a:t/>
            </a:r>
            <a:endParaRPr/>
          </a:p>
        </p:txBody>
      </p:sp>
      <p:sp>
        <p:nvSpPr>
          <p:cNvPr id="303" name="Google Shape;30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Replace the text in the boxes with your class’ vocabulary or target language.</a:t>
            </a:r>
            <a:endParaRPr/>
          </a:p>
          <a:p>
            <a:pPr indent="0" lvl="0" marL="0" rtl="0" algn="l">
              <a:lnSpc>
                <a:spcPct val="100000"/>
              </a:lnSpc>
              <a:spcBef>
                <a:spcPts val="0"/>
              </a:spcBef>
              <a:spcAft>
                <a:spcPts val="0"/>
              </a:spcAft>
              <a:buSzPts val="1400"/>
              <a:buNone/>
            </a:pPr>
            <a:r>
              <a:t/>
            </a:r>
            <a:endParaRPr/>
          </a:p>
        </p:txBody>
      </p:sp>
      <p:sp>
        <p:nvSpPr>
          <p:cNvPr id="318" name="Google Shape;318;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Replace the text in the boxes with your class’ vocabulary or target language.</a:t>
            </a:r>
            <a:endParaRPr/>
          </a:p>
          <a:p>
            <a:pPr indent="0" lvl="0" marL="0" rtl="0" algn="l">
              <a:lnSpc>
                <a:spcPct val="100000"/>
              </a:lnSpc>
              <a:spcBef>
                <a:spcPts val="0"/>
              </a:spcBef>
              <a:spcAft>
                <a:spcPts val="0"/>
              </a:spcAft>
              <a:buSzPts val="1400"/>
              <a:buNone/>
            </a:pPr>
            <a:r>
              <a:t/>
            </a:r>
            <a:endParaRPr/>
          </a:p>
        </p:txBody>
      </p:sp>
      <p:sp>
        <p:nvSpPr>
          <p:cNvPr id="336" name="Google Shape;336;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NOTE:</a:t>
            </a:r>
            <a:endParaRPr/>
          </a:p>
          <a:p>
            <a:pPr indent="0" lvl="0" marL="0" rtl="0" algn="l">
              <a:lnSpc>
                <a:spcPct val="100000"/>
              </a:lnSpc>
              <a:spcBef>
                <a:spcPts val="0"/>
              </a:spcBef>
              <a:spcAft>
                <a:spcPts val="0"/>
              </a:spcAft>
              <a:buSzPts val="1400"/>
              <a:buNone/>
            </a:pPr>
            <a:r>
              <a:rPr i="1" lang="en-US"/>
              <a:t>Replace the text in the boxes with your class’ vocabulary or target language.</a:t>
            </a:r>
            <a:endParaRPr/>
          </a:p>
          <a:p>
            <a:pPr indent="0" lvl="0" marL="0" rtl="0" algn="l">
              <a:lnSpc>
                <a:spcPct val="100000"/>
              </a:lnSpc>
              <a:spcBef>
                <a:spcPts val="0"/>
              </a:spcBef>
              <a:spcAft>
                <a:spcPts val="0"/>
              </a:spcAft>
              <a:buSzPts val="1400"/>
              <a:buNone/>
            </a:pPr>
            <a:r>
              <a:t/>
            </a:r>
            <a:endParaRPr/>
          </a:p>
        </p:txBody>
      </p:sp>
      <p:sp>
        <p:nvSpPr>
          <p:cNvPr id="365" name="Google Shape;365;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Replace the filler images with the images you need and print out 1 set per student</a:t>
            </a:r>
            <a:endParaRPr/>
          </a:p>
        </p:txBody>
      </p:sp>
      <p:sp>
        <p:nvSpPr>
          <p:cNvPr id="378" name="Google Shape;378;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i="0" lang="en-US"/>
              <a:t>Replace the text in the boxes with your class’ vocabulary or target language and print out 1 set per student</a:t>
            </a:r>
            <a:endParaRPr/>
          </a:p>
        </p:txBody>
      </p:sp>
      <p:sp>
        <p:nvSpPr>
          <p:cNvPr id="399" name="Google Shape;399;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2"/>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2"/>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4"/>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4"/>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5"/>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6"/>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6"/>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6"/>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8"/>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p:nvPr>
            <p:ph idx="2" type="pic"/>
          </p:nvPr>
        </p:nvSpPr>
        <p:spPr>
          <a:xfrm>
            <a:off x="1792288" y="459581"/>
            <a:ext cx="5486400" cy="3086100"/>
          </a:xfrm>
          <a:prstGeom prst="rect">
            <a:avLst/>
          </a:prstGeom>
          <a:noFill/>
          <a:ln>
            <a:noFill/>
          </a:ln>
        </p:spPr>
      </p:sp>
      <p:sp>
        <p:nvSpPr>
          <p:cNvPr id="68" name="Google Shape;68;p29"/>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sp>
        <p:nvSpPr>
          <p:cNvPr id="93" name="Google Shape;93;p21"/>
          <p:cNvSpPr txBox="1"/>
          <p:nvPr>
            <p:ph type="title"/>
          </p:nvPr>
        </p:nvSpPr>
        <p:spPr>
          <a:xfrm>
            <a:off x="457200" y="0"/>
            <a:ext cx="8229600" cy="1200150"/>
          </a:xfrm>
          <a:prstGeom prst="rect">
            <a:avLst/>
          </a:prstGeom>
          <a:noFill/>
          <a:ln>
            <a:noFill/>
          </a:ln>
        </p:spPr>
        <p:txBody>
          <a:bodyPr anchorCtr="0" anchor="b" bIns="45700" lIns="91425" spcFirstLastPara="1" rIns="91425" wrap="square" tIns="45700">
            <a:noAutofit/>
          </a:bodyPr>
          <a:lstStyle>
            <a:lvl1pPr lvl="0" algn="ctr">
              <a:lnSpc>
                <a:spcPct val="241666"/>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7F7F7F"/>
              </a:buClr>
              <a:buSzPts val="1800"/>
              <a:buChar char="•"/>
              <a:defRPr/>
            </a:lvl1pPr>
            <a:lvl2pPr indent="-342900" lvl="1" marL="914400" algn="l">
              <a:lnSpc>
                <a:spcPct val="100000"/>
              </a:lnSpc>
              <a:spcBef>
                <a:spcPts val="360"/>
              </a:spcBef>
              <a:spcAft>
                <a:spcPts val="0"/>
              </a:spcAft>
              <a:buClr>
                <a:srgbClr val="7F7F7F"/>
              </a:buClr>
              <a:buSzPts val="1800"/>
              <a:buChar char="o"/>
              <a:defRPr/>
            </a:lvl2pPr>
            <a:lvl3pPr indent="-342900" lvl="2" marL="1371600" algn="l">
              <a:lnSpc>
                <a:spcPct val="100000"/>
              </a:lnSpc>
              <a:spcBef>
                <a:spcPts val="360"/>
              </a:spcBef>
              <a:spcAft>
                <a:spcPts val="0"/>
              </a:spcAft>
              <a:buClr>
                <a:srgbClr val="7F7F7F"/>
              </a:buClr>
              <a:buSzPts val="1800"/>
              <a:buChar char="•"/>
              <a:defRPr/>
            </a:lvl3pPr>
            <a:lvl4pPr indent="-342900" lvl="3" marL="1828800" algn="l">
              <a:lnSpc>
                <a:spcPct val="100000"/>
              </a:lnSpc>
              <a:spcBef>
                <a:spcPts val="360"/>
              </a:spcBef>
              <a:spcAft>
                <a:spcPts val="0"/>
              </a:spcAft>
              <a:buClr>
                <a:srgbClr val="7F7F7F"/>
              </a:buClr>
              <a:buSzPts val="1800"/>
              <a:buChar char="o"/>
              <a:defRPr/>
            </a:lvl4pPr>
            <a:lvl5pPr indent="-304800" lvl="4" marL="2286000" algn="l">
              <a:lnSpc>
                <a:spcPct val="100000"/>
              </a:lnSpc>
              <a:spcBef>
                <a:spcPts val="240"/>
              </a:spcBef>
              <a:spcAft>
                <a:spcPts val="0"/>
              </a:spcAft>
              <a:buClr>
                <a:srgbClr val="7F7F7F"/>
              </a:buClr>
              <a:buSzPts val="1200"/>
              <a:buChar char="•"/>
              <a:defRPr/>
            </a:lvl5pPr>
            <a:lvl6pPr indent="-304800" lvl="5" marL="2743200" algn="l">
              <a:lnSpc>
                <a:spcPct val="100000"/>
              </a:lnSpc>
              <a:spcBef>
                <a:spcPts val="240"/>
              </a:spcBef>
              <a:spcAft>
                <a:spcPts val="0"/>
              </a:spcAft>
              <a:buClr>
                <a:srgbClr val="7F7F7F"/>
              </a:buClr>
              <a:buSzPts val="1200"/>
              <a:buChar char="o"/>
              <a:defRPr/>
            </a:lvl6pPr>
            <a:lvl7pPr indent="-304800" lvl="6" marL="3200400" algn="l">
              <a:lnSpc>
                <a:spcPct val="100000"/>
              </a:lnSpc>
              <a:spcBef>
                <a:spcPts val="240"/>
              </a:spcBef>
              <a:spcAft>
                <a:spcPts val="0"/>
              </a:spcAft>
              <a:buClr>
                <a:srgbClr val="7F7F7F"/>
              </a:buClr>
              <a:buSzPts val="1200"/>
              <a:buChar char="•"/>
              <a:defRPr/>
            </a:lvl7pPr>
            <a:lvl8pPr indent="-304800" lvl="7" marL="3657600" algn="l">
              <a:lnSpc>
                <a:spcPct val="100000"/>
              </a:lnSpc>
              <a:spcBef>
                <a:spcPts val="240"/>
              </a:spcBef>
              <a:spcAft>
                <a:spcPts val="0"/>
              </a:spcAft>
              <a:buClr>
                <a:srgbClr val="7F7F7F"/>
              </a:buClr>
              <a:buSzPts val="1200"/>
              <a:buChar char="o"/>
              <a:defRPr/>
            </a:lvl8pPr>
            <a:lvl9pPr indent="-304800" lvl="8" marL="4114800" algn="l">
              <a:lnSpc>
                <a:spcPct val="100000"/>
              </a:lnSpc>
              <a:spcBef>
                <a:spcPts val="240"/>
              </a:spcBef>
              <a:spcAft>
                <a:spcPts val="0"/>
              </a:spcAft>
              <a:buClr>
                <a:srgbClr val="7F7F7F"/>
              </a:buClr>
              <a:buSzPts val="1200"/>
              <a:buFont typeface="Arial"/>
              <a:buChar char="•"/>
              <a:defRPr/>
            </a:lvl9pPr>
          </a:lstStyle>
          <a:p/>
        </p:txBody>
      </p:sp>
      <p:sp>
        <p:nvSpPr>
          <p:cNvPr id="95" name="Google Shape;95;p21"/>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1"/>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1"/>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8" name="Shape 98"/>
        <p:cNvGrpSpPr/>
        <p:nvPr/>
      </p:nvGrpSpPr>
      <p:grpSpPr>
        <a:xfrm>
          <a:off x="0" y="0"/>
          <a:ext cx="0" cy="0"/>
          <a:chOff x="0" y="0"/>
          <a:chExt cx="0" cy="0"/>
        </a:xfrm>
      </p:grpSpPr>
      <p:sp>
        <p:nvSpPr>
          <p:cNvPr id="99" name="Google Shape;99;p32"/>
          <p:cNvSpPr txBox="1"/>
          <p:nvPr>
            <p:ph type="ctrTitle"/>
          </p:nvPr>
        </p:nvSpPr>
        <p:spPr>
          <a:xfrm>
            <a:off x="685800" y="457201"/>
            <a:ext cx="7772400" cy="32004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6000"/>
              <a:buFont typeface="Palatino Linotype"/>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2"/>
          <p:cNvSpPr txBox="1"/>
          <p:nvPr>
            <p:ph idx="1" type="subTitle"/>
          </p:nvPr>
        </p:nvSpPr>
        <p:spPr>
          <a:xfrm>
            <a:off x="1371600" y="3714750"/>
            <a:ext cx="6400800" cy="914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360"/>
              </a:spcBef>
              <a:spcAft>
                <a:spcPts val="0"/>
              </a:spcAft>
              <a:buClr>
                <a:srgbClr val="888888"/>
              </a:buClr>
              <a:buSzPts val="1800"/>
              <a:buNone/>
              <a:defRPr sz="1800">
                <a:solidFill>
                  <a:srgbClr val="888888"/>
                </a:solidFill>
              </a:defRPr>
            </a:lvl1pPr>
            <a:lvl2pPr lvl="1" algn="ctr">
              <a:lnSpc>
                <a:spcPct val="100000"/>
              </a:lnSpc>
              <a:spcBef>
                <a:spcPts val="240"/>
              </a:spcBef>
              <a:spcAft>
                <a:spcPts val="0"/>
              </a:spcAft>
              <a:buClr>
                <a:srgbClr val="888888"/>
              </a:buClr>
              <a:buSzPts val="1200"/>
              <a:buNone/>
              <a:defRPr>
                <a:solidFill>
                  <a:srgbClr val="888888"/>
                </a:solidFill>
              </a:defRPr>
            </a:lvl2pPr>
            <a:lvl3pPr lvl="2" algn="ctr">
              <a:lnSpc>
                <a:spcPct val="100000"/>
              </a:lnSpc>
              <a:spcBef>
                <a:spcPts val="240"/>
              </a:spcBef>
              <a:spcAft>
                <a:spcPts val="0"/>
              </a:spcAft>
              <a:buClr>
                <a:srgbClr val="888888"/>
              </a:buClr>
              <a:buSzPts val="1200"/>
              <a:buNone/>
              <a:defRPr>
                <a:solidFill>
                  <a:srgbClr val="888888"/>
                </a:solidFill>
              </a:defRPr>
            </a:lvl3pPr>
            <a:lvl4pPr lvl="3" algn="ctr">
              <a:lnSpc>
                <a:spcPct val="100000"/>
              </a:lnSpc>
              <a:spcBef>
                <a:spcPts val="240"/>
              </a:spcBef>
              <a:spcAft>
                <a:spcPts val="0"/>
              </a:spcAft>
              <a:buClr>
                <a:srgbClr val="888888"/>
              </a:buClr>
              <a:buSzPts val="1200"/>
              <a:buNone/>
              <a:defRPr>
                <a:solidFill>
                  <a:srgbClr val="888888"/>
                </a:solidFill>
              </a:defRPr>
            </a:lvl4pPr>
            <a:lvl5pPr lvl="4" algn="ctr">
              <a:lnSpc>
                <a:spcPct val="100000"/>
              </a:lnSpc>
              <a:spcBef>
                <a:spcPts val="240"/>
              </a:spcBef>
              <a:spcAft>
                <a:spcPts val="0"/>
              </a:spcAft>
              <a:buClr>
                <a:srgbClr val="888888"/>
              </a:buClr>
              <a:buSzPts val="1200"/>
              <a:buNone/>
              <a:defRPr>
                <a:solidFill>
                  <a:srgbClr val="888888"/>
                </a:solidFill>
              </a:defRPr>
            </a:lvl5pPr>
            <a:lvl6pPr lvl="5" algn="ctr">
              <a:lnSpc>
                <a:spcPct val="100000"/>
              </a:lnSpc>
              <a:spcBef>
                <a:spcPts val="240"/>
              </a:spcBef>
              <a:spcAft>
                <a:spcPts val="0"/>
              </a:spcAft>
              <a:buClr>
                <a:srgbClr val="888888"/>
              </a:buClr>
              <a:buSzPts val="1200"/>
              <a:buNone/>
              <a:defRPr>
                <a:solidFill>
                  <a:srgbClr val="888888"/>
                </a:solidFill>
              </a:defRPr>
            </a:lvl6pPr>
            <a:lvl7pPr lvl="6" algn="ctr">
              <a:lnSpc>
                <a:spcPct val="100000"/>
              </a:lnSpc>
              <a:spcBef>
                <a:spcPts val="240"/>
              </a:spcBef>
              <a:spcAft>
                <a:spcPts val="0"/>
              </a:spcAft>
              <a:buClr>
                <a:srgbClr val="888888"/>
              </a:buClr>
              <a:buSzPts val="1200"/>
              <a:buNone/>
              <a:defRPr>
                <a:solidFill>
                  <a:srgbClr val="888888"/>
                </a:solidFill>
              </a:defRPr>
            </a:lvl7pPr>
            <a:lvl8pPr lvl="7" algn="ctr">
              <a:lnSpc>
                <a:spcPct val="100000"/>
              </a:lnSpc>
              <a:spcBef>
                <a:spcPts val="240"/>
              </a:spcBef>
              <a:spcAft>
                <a:spcPts val="0"/>
              </a:spcAft>
              <a:buClr>
                <a:srgbClr val="888888"/>
              </a:buClr>
              <a:buSzPts val="1200"/>
              <a:buNone/>
              <a:defRPr>
                <a:solidFill>
                  <a:srgbClr val="888888"/>
                </a:solidFill>
              </a:defRPr>
            </a:lvl8pPr>
            <a:lvl9pPr lvl="8" algn="ctr">
              <a:lnSpc>
                <a:spcPct val="100000"/>
              </a:lnSpc>
              <a:spcBef>
                <a:spcPts val="240"/>
              </a:spcBef>
              <a:spcAft>
                <a:spcPts val="0"/>
              </a:spcAft>
              <a:buClr>
                <a:srgbClr val="888888"/>
              </a:buClr>
              <a:buSzPts val="1200"/>
              <a:buNone/>
              <a:defRPr>
                <a:solidFill>
                  <a:srgbClr val="888888"/>
                </a:solidFill>
              </a:defRPr>
            </a:lvl9pPr>
          </a:lstStyle>
          <a:p/>
        </p:txBody>
      </p:sp>
      <p:sp>
        <p:nvSpPr>
          <p:cNvPr id="101" name="Google Shape;101;p32"/>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2"/>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
        <p:nvSpPr>
          <p:cNvPr id="103" name="Google Shape;103;p32"/>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p33"/>
          <p:cNvSpPr txBox="1"/>
          <p:nvPr>
            <p:ph type="title"/>
          </p:nvPr>
        </p:nvSpPr>
        <p:spPr>
          <a:xfrm>
            <a:off x="722313" y="1028701"/>
            <a:ext cx="7772400" cy="1878806"/>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3600"/>
              <a:buFont typeface="Palatino Linotype"/>
              <a:buNone/>
              <a:defRPr sz="3600">
                <a:solidFill>
                  <a:schemeClr val="dk2"/>
                </a:solidFill>
                <a:latin typeface="Palatino Linotype"/>
                <a:ea typeface="Palatino Linotype"/>
                <a:cs typeface="Palatino Linotype"/>
                <a:sym typeface="Palatino Linotyp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3"/>
          <p:cNvSpPr txBox="1"/>
          <p:nvPr>
            <p:ph idx="1" type="body"/>
          </p:nvPr>
        </p:nvSpPr>
        <p:spPr>
          <a:xfrm>
            <a:off x="722313" y="3051573"/>
            <a:ext cx="7772400" cy="848915"/>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107" name="Google Shape;107;p33"/>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3"/>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3"/>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
        <p:nvSpPr>
          <p:cNvPr id="110" name="Google Shape;110;p33"/>
          <p:cNvSpPr/>
          <p:nvPr/>
        </p:nvSpPr>
        <p:spPr>
          <a:xfrm>
            <a:off x="4495800" y="2943225"/>
            <a:ext cx="84772" cy="63579"/>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FFFFFF"/>
              </a:solidFill>
              <a:latin typeface="Palatino Linotype"/>
              <a:ea typeface="Palatino Linotype"/>
              <a:cs typeface="Palatino Linotype"/>
              <a:sym typeface="Palatino Linotype"/>
            </a:endParaRPr>
          </a:p>
        </p:txBody>
      </p:sp>
      <p:sp>
        <p:nvSpPr>
          <p:cNvPr id="111" name="Google Shape;111;p33"/>
          <p:cNvSpPr/>
          <p:nvPr/>
        </p:nvSpPr>
        <p:spPr>
          <a:xfrm>
            <a:off x="4695825" y="2943225"/>
            <a:ext cx="84772" cy="63579"/>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FFFFFF"/>
              </a:solidFill>
              <a:latin typeface="Palatino Linotype"/>
              <a:ea typeface="Palatino Linotype"/>
              <a:cs typeface="Palatino Linotype"/>
              <a:sym typeface="Palatino Linotype"/>
            </a:endParaRPr>
          </a:p>
        </p:txBody>
      </p:sp>
      <p:sp>
        <p:nvSpPr>
          <p:cNvPr id="112" name="Google Shape;112;p33"/>
          <p:cNvSpPr/>
          <p:nvPr/>
        </p:nvSpPr>
        <p:spPr>
          <a:xfrm>
            <a:off x="4296729" y="2943225"/>
            <a:ext cx="84772" cy="63579"/>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FFFFFF"/>
              </a:solidFill>
              <a:latin typeface="Palatino Linotype"/>
              <a:ea typeface="Palatino Linotype"/>
              <a:cs typeface="Palatino Linotype"/>
              <a:sym typeface="Palatino Linotype"/>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34"/>
          <p:cNvSpPr txBox="1"/>
          <p:nvPr>
            <p:ph type="title"/>
          </p:nvPr>
        </p:nvSpPr>
        <p:spPr>
          <a:xfrm>
            <a:off x="457200" y="0"/>
            <a:ext cx="8229600" cy="1200150"/>
          </a:xfrm>
          <a:prstGeom prst="rect">
            <a:avLst/>
          </a:prstGeom>
          <a:noFill/>
          <a:ln>
            <a:noFill/>
          </a:ln>
        </p:spPr>
        <p:txBody>
          <a:bodyPr anchorCtr="0" anchor="b" bIns="45700" lIns="91425" spcFirstLastPara="1" rIns="91425" wrap="square" tIns="45700">
            <a:noAutofit/>
          </a:bodyPr>
          <a:lstStyle>
            <a:lvl1pPr lvl="0" algn="ctr">
              <a:lnSpc>
                <a:spcPct val="241666"/>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4"/>
          <p:cNvSpPr txBox="1"/>
          <p:nvPr>
            <p:ph idx="1"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7F7F7F"/>
              </a:buClr>
              <a:buSzPts val="1800"/>
              <a:buChar char="•"/>
              <a:defRPr sz="1800"/>
            </a:lvl1pPr>
            <a:lvl2pPr indent="-304800" lvl="1" marL="914400" algn="l">
              <a:lnSpc>
                <a:spcPct val="100000"/>
              </a:lnSpc>
              <a:spcBef>
                <a:spcPts val="240"/>
              </a:spcBef>
              <a:spcAft>
                <a:spcPts val="0"/>
              </a:spcAft>
              <a:buClr>
                <a:srgbClr val="7F7F7F"/>
              </a:buClr>
              <a:buSzPts val="1200"/>
              <a:buChar char="o"/>
              <a:defRPr sz="1200"/>
            </a:lvl2pPr>
            <a:lvl3pPr indent="-304800" lvl="2" marL="1371600" algn="l">
              <a:lnSpc>
                <a:spcPct val="100000"/>
              </a:lnSpc>
              <a:spcBef>
                <a:spcPts val="240"/>
              </a:spcBef>
              <a:spcAft>
                <a:spcPts val="0"/>
              </a:spcAft>
              <a:buClr>
                <a:srgbClr val="7F7F7F"/>
              </a:buClr>
              <a:buSzPts val="1200"/>
              <a:buChar char="•"/>
              <a:defRPr sz="1200"/>
            </a:lvl3pPr>
            <a:lvl4pPr indent="-304800" lvl="3" marL="1828800" algn="l">
              <a:lnSpc>
                <a:spcPct val="100000"/>
              </a:lnSpc>
              <a:spcBef>
                <a:spcPts val="240"/>
              </a:spcBef>
              <a:spcAft>
                <a:spcPts val="0"/>
              </a:spcAft>
              <a:buClr>
                <a:srgbClr val="7F7F7F"/>
              </a:buClr>
              <a:buSzPts val="1200"/>
              <a:buChar char="o"/>
              <a:defRPr sz="1200"/>
            </a:lvl4pPr>
            <a:lvl5pPr indent="-304800" lvl="4" marL="2286000" algn="l">
              <a:lnSpc>
                <a:spcPct val="100000"/>
              </a:lnSpc>
              <a:spcBef>
                <a:spcPts val="240"/>
              </a:spcBef>
              <a:spcAft>
                <a:spcPts val="0"/>
              </a:spcAft>
              <a:buClr>
                <a:srgbClr val="7F7F7F"/>
              </a:buClr>
              <a:buSzPts val="1200"/>
              <a:buChar char="•"/>
              <a:defRPr sz="1200"/>
            </a:lvl5pPr>
            <a:lvl6pPr indent="-304800" lvl="5" marL="2743200" algn="l">
              <a:lnSpc>
                <a:spcPct val="100000"/>
              </a:lnSpc>
              <a:spcBef>
                <a:spcPts val="240"/>
              </a:spcBef>
              <a:spcAft>
                <a:spcPts val="0"/>
              </a:spcAft>
              <a:buClr>
                <a:srgbClr val="7F7F7F"/>
              </a:buClr>
              <a:buSzPts val="1200"/>
              <a:buChar char="o"/>
              <a:defRPr sz="1200"/>
            </a:lvl6pPr>
            <a:lvl7pPr indent="-304800" lvl="6" marL="3200400" algn="l">
              <a:lnSpc>
                <a:spcPct val="100000"/>
              </a:lnSpc>
              <a:spcBef>
                <a:spcPts val="240"/>
              </a:spcBef>
              <a:spcAft>
                <a:spcPts val="0"/>
              </a:spcAft>
              <a:buClr>
                <a:srgbClr val="7F7F7F"/>
              </a:buClr>
              <a:buSzPts val="1200"/>
              <a:buChar char="•"/>
              <a:defRPr sz="1200"/>
            </a:lvl7pPr>
            <a:lvl8pPr indent="-304800" lvl="7" marL="3657600" algn="l">
              <a:lnSpc>
                <a:spcPct val="100000"/>
              </a:lnSpc>
              <a:spcBef>
                <a:spcPts val="240"/>
              </a:spcBef>
              <a:spcAft>
                <a:spcPts val="0"/>
              </a:spcAft>
              <a:buClr>
                <a:srgbClr val="7F7F7F"/>
              </a:buClr>
              <a:buSzPts val="1200"/>
              <a:buChar char="o"/>
              <a:defRPr sz="1200"/>
            </a:lvl8pPr>
            <a:lvl9pPr indent="-304800" lvl="8" marL="4114800" algn="l">
              <a:lnSpc>
                <a:spcPct val="100000"/>
              </a:lnSpc>
              <a:spcBef>
                <a:spcPts val="240"/>
              </a:spcBef>
              <a:spcAft>
                <a:spcPts val="0"/>
              </a:spcAft>
              <a:buClr>
                <a:srgbClr val="7F7F7F"/>
              </a:buClr>
              <a:buSzPts val="1200"/>
              <a:buChar char="•"/>
              <a:defRPr sz="1200"/>
            </a:lvl9pPr>
          </a:lstStyle>
          <a:p/>
        </p:txBody>
      </p:sp>
      <p:sp>
        <p:nvSpPr>
          <p:cNvPr id="116" name="Google Shape;116;p34"/>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4"/>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34"/>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
        <p:nvSpPr>
          <p:cNvPr id="119" name="Google Shape;119;p34"/>
          <p:cNvSpPr txBox="1"/>
          <p:nvPr>
            <p:ph idx="2" type="body"/>
          </p:nvPr>
        </p:nvSpPr>
        <p:spPr>
          <a:xfrm>
            <a:off x="365760" y="1200150"/>
            <a:ext cx="4041648" cy="339471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7F7F7F"/>
              </a:buClr>
              <a:buSzPts val="1800"/>
              <a:buChar char="•"/>
              <a:defRPr/>
            </a:lvl1pPr>
            <a:lvl2pPr indent="-342900" lvl="1" marL="914400" algn="l">
              <a:lnSpc>
                <a:spcPct val="100000"/>
              </a:lnSpc>
              <a:spcBef>
                <a:spcPts val="360"/>
              </a:spcBef>
              <a:spcAft>
                <a:spcPts val="0"/>
              </a:spcAft>
              <a:buClr>
                <a:srgbClr val="7F7F7F"/>
              </a:buClr>
              <a:buSzPts val="1800"/>
              <a:buChar char="o"/>
              <a:defRPr/>
            </a:lvl2pPr>
            <a:lvl3pPr indent="-342900" lvl="2" marL="1371600" algn="l">
              <a:lnSpc>
                <a:spcPct val="100000"/>
              </a:lnSpc>
              <a:spcBef>
                <a:spcPts val="360"/>
              </a:spcBef>
              <a:spcAft>
                <a:spcPts val="0"/>
              </a:spcAft>
              <a:buClr>
                <a:srgbClr val="7F7F7F"/>
              </a:buClr>
              <a:buSzPts val="1800"/>
              <a:buChar char="•"/>
              <a:defRPr/>
            </a:lvl3pPr>
            <a:lvl4pPr indent="-342900" lvl="3" marL="1828800" algn="l">
              <a:lnSpc>
                <a:spcPct val="100000"/>
              </a:lnSpc>
              <a:spcBef>
                <a:spcPts val="360"/>
              </a:spcBef>
              <a:spcAft>
                <a:spcPts val="0"/>
              </a:spcAft>
              <a:buClr>
                <a:srgbClr val="7F7F7F"/>
              </a:buClr>
              <a:buSzPts val="1800"/>
              <a:buChar char="o"/>
              <a:defRPr/>
            </a:lvl4pPr>
            <a:lvl5pPr indent="-342900" lvl="4" marL="2286000" algn="l">
              <a:lnSpc>
                <a:spcPct val="100000"/>
              </a:lnSpc>
              <a:spcBef>
                <a:spcPts val="360"/>
              </a:spcBef>
              <a:spcAft>
                <a:spcPts val="0"/>
              </a:spcAft>
              <a:buClr>
                <a:srgbClr val="7F7F7F"/>
              </a:buClr>
              <a:buSzPts val="1800"/>
              <a:buChar char="•"/>
              <a:defRPr/>
            </a:lvl5pPr>
            <a:lvl6pPr indent="-342900" lvl="5" marL="2743200" algn="l">
              <a:lnSpc>
                <a:spcPct val="100000"/>
              </a:lnSpc>
              <a:spcBef>
                <a:spcPts val="360"/>
              </a:spcBef>
              <a:spcAft>
                <a:spcPts val="0"/>
              </a:spcAft>
              <a:buClr>
                <a:srgbClr val="7F7F7F"/>
              </a:buClr>
              <a:buSzPts val="1800"/>
              <a:buChar char="o"/>
              <a:defRPr/>
            </a:lvl6pPr>
            <a:lvl7pPr indent="-342900" lvl="6" marL="3200400" algn="l">
              <a:lnSpc>
                <a:spcPct val="100000"/>
              </a:lnSpc>
              <a:spcBef>
                <a:spcPts val="360"/>
              </a:spcBef>
              <a:spcAft>
                <a:spcPts val="0"/>
              </a:spcAft>
              <a:buClr>
                <a:srgbClr val="7F7F7F"/>
              </a:buClr>
              <a:buSzPts val="1800"/>
              <a:buChar char="•"/>
              <a:defRPr/>
            </a:lvl7pPr>
            <a:lvl8pPr indent="-342900" lvl="7" marL="3657600" algn="l">
              <a:lnSpc>
                <a:spcPct val="100000"/>
              </a:lnSpc>
              <a:spcBef>
                <a:spcPts val="360"/>
              </a:spcBef>
              <a:spcAft>
                <a:spcPts val="0"/>
              </a:spcAft>
              <a:buClr>
                <a:srgbClr val="7F7F7F"/>
              </a:buClr>
              <a:buSzPts val="1800"/>
              <a:buChar char="o"/>
              <a:defRPr/>
            </a:lvl8pPr>
            <a:lvl9pPr indent="-342900" lvl="8" marL="4114800" algn="l">
              <a:lnSpc>
                <a:spcPct val="100000"/>
              </a:lnSpc>
              <a:spcBef>
                <a:spcPts val="360"/>
              </a:spcBef>
              <a:spcAft>
                <a:spcPts val="0"/>
              </a:spcAft>
              <a:buClr>
                <a:srgbClr val="7F7F7F"/>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35"/>
          <p:cNvSpPr txBox="1"/>
          <p:nvPr>
            <p:ph type="title"/>
          </p:nvPr>
        </p:nvSpPr>
        <p:spPr>
          <a:xfrm>
            <a:off x="457200" y="0"/>
            <a:ext cx="8229600" cy="1200150"/>
          </a:xfrm>
          <a:prstGeom prst="rect">
            <a:avLst/>
          </a:prstGeom>
          <a:noFill/>
          <a:ln>
            <a:noFill/>
          </a:ln>
        </p:spPr>
        <p:txBody>
          <a:bodyPr anchorCtr="0" anchor="b" bIns="45700" lIns="91425" spcFirstLastPara="1" rIns="91425" wrap="square" tIns="45700">
            <a:noAutofit/>
          </a:bodyPr>
          <a:lstStyle>
            <a:lvl1pPr lvl="0" algn="ctr">
              <a:lnSpc>
                <a:spcPct val="107407"/>
              </a:lnSpc>
              <a:spcBef>
                <a:spcPts val="0"/>
              </a:spcBef>
              <a:spcAft>
                <a:spcPts val="0"/>
              </a:spcAft>
              <a:buClr>
                <a:schemeClr val="dk2"/>
              </a:buClr>
              <a:buSzPts val="4050"/>
              <a:buFont typeface="Palatino Linotyp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5"/>
          <p:cNvSpPr txBox="1"/>
          <p:nvPr>
            <p:ph idx="1" type="body"/>
          </p:nvPr>
        </p:nvSpPr>
        <p:spPr>
          <a:xfrm>
            <a:off x="457200" y="1200150"/>
            <a:ext cx="4040188" cy="45720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360"/>
              </a:spcBef>
              <a:spcAft>
                <a:spcPts val="0"/>
              </a:spcAft>
              <a:buClr>
                <a:srgbClr val="7F7F7F"/>
              </a:buClr>
              <a:buSzPts val="1800"/>
              <a:buNone/>
              <a:defRPr b="0" sz="1800"/>
            </a:lvl1pPr>
            <a:lvl2pPr indent="-228600" lvl="1" marL="914400" algn="l">
              <a:lnSpc>
                <a:spcPct val="100000"/>
              </a:lnSpc>
              <a:spcBef>
                <a:spcPts val="300"/>
              </a:spcBef>
              <a:spcAft>
                <a:spcPts val="0"/>
              </a:spcAft>
              <a:buClr>
                <a:srgbClr val="7F7F7F"/>
              </a:buClr>
              <a:buSzPts val="1500"/>
              <a:buNone/>
              <a:defRPr b="1" sz="1500"/>
            </a:lvl2pPr>
            <a:lvl3pPr indent="-228600" lvl="2" marL="1371600" algn="l">
              <a:lnSpc>
                <a:spcPct val="100000"/>
              </a:lnSpc>
              <a:spcBef>
                <a:spcPts val="270"/>
              </a:spcBef>
              <a:spcAft>
                <a:spcPts val="0"/>
              </a:spcAft>
              <a:buClr>
                <a:srgbClr val="7F7F7F"/>
              </a:buClr>
              <a:buSzPts val="1350"/>
              <a:buNone/>
              <a:defRPr b="1" sz="1350"/>
            </a:lvl3pPr>
            <a:lvl4pPr indent="-228600" lvl="3" marL="1828800" algn="l">
              <a:lnSpc>
                <a:spcPct val="100000"/>
              </a:lnSpc>
              <a:spcBef>
                <a:spcPts val="240"/>
              </a:spcBef>
              <a:spcAft>
                <a:spcPts val="0"/>
              </a:spcAft>
              <a:buClr>
                <a:srgbClr val="7F7F7F"/>
              </a:buClr>
              <a:buSzPts val="1200"/>
              <a:buNone/>
              <a:defRPr b="1" sz="1200"/>
            </a:lvl4pPr>
            <a:lvl5pPr indent="-228600" lvl="4" marL="2286000" algn="l">
              <a:lnSpc>
                <a:spcPct val="100000"/>
              </a:lnSpc>
              <a:spcBef>
                <a:spcPts val="240"/>
              </a:spcBef>
              <a:spcAft>
                <a:spcPts val="0"/>
              </a:spcAft>
              <a:buClr>
                <a:srgbClr val="7F7F7F"/>
              </a:buClr>
              <a:buSzPts val="1200"/>
              <a:buNone/>
              <a:defRPr b="1" sz="1200"/>
            </a:lvl5pPr>
            <a:lvl6pPr indent="-228600" lvl="5" marL="2743200" algn="l">
              <a:lnSpc>
                <a:spcPct val="100000"/>
              </a:lnSpc>
              <a:spcBef>
                <a:spcPts val="240"/>
              </a:spcBef>
              <a:spcAft>
                <a:spcPts val="0"/>
              </a:spcAft>
              <a:buClr>
                <a:srgbClr val="7F7F7F"/>
              </a:buClr>
              <a:buSzPts val="1200"/>
              <a:buNone/>
              <a:defRPr b="1" sz="1200"/>
            </a:lvl6pPr>
            <a:lvl7pPr indent="-228600" lvl="6" marL="3200400" algn="l">
              <a:lnSpc>
                <a:spcPct val="100000"/>
              </a:lnSpc>
              <a:spcBef>
                <a:spcPts val="240"/>
              </a:spcBef>
              <a:spcAft>
                <a:spcPts val="0"/>
              </a:spcAft>
              <a:buClr>
                <a:srgbClr val="7F7F7F"/>
              </a:buClr>
              <a:buSzPts val="1200"/>
              <a:buNone/>
              <a:defRPr b="1" sz="1200"/>
            </a:lvl7pPr>
            <a:lvl8pPr indent="-228600" lvl="7" marL="3657600" algn="l">
              <a:lnSpc>
                <a:spcPct val="100000"/>
              </a:lnSpc>
              <a:spcBef>
                <a:spcPts val="240"/>
              </a:spcBef>
              <a:spcAft>
                <a:spcPts val="0"/>
              </a:spcAft>
              <a:buClr>
                <a:srgbClr val="7F7F7F"/>
              </a:buClr>
              <a:buSzPts val="1200"/>
              <a:buNone/>
              <a:defRPr b="1" sz="1200"/>
            </a:lvl8pPr>
            <a:lvl9pPr indent="-228600" lvl="8" marL="4114800" algn="l">
              <a:lnSpc>
                <a:spcPct val="100000"/>
              </a:lnSpc>
              <a:spcBef>
                <a:spcPts val="240"/>
              </a:spcBef>
              <a:spcAft>
                <a:spcPts val="0"/>
              </a:spcAft>
              <a:buClr>
                <a:srgbClr val="7F7F7F"/>
              </a:buClr>
              <a:buSzPts val="1200"/>
              <a:buNone/>
              <a:defRPr b="1" sz="1200"/>
            </a:lvl9pPr>
          </a:lstStyle>
          <a:p/>
        </p:txBody>
      </p:sp>
      <p:sp>
        <p:nvSpPr>
          <p:cNvPr id="123" name="Google Shape;123;p35"/>
          <p:cNvSpPr txBox="1"/>
          <p:nvPr>
            <p:ph idx="2" type="body"/>
          </p:nvPr>
        </p:nvSpPr>
        <p:spPr>
          <a:xfrm>
            <a:off x="4648201" y="1200150"/>
            <a:ext cx="4041775" cy="45720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360"/>
              </a:spcBef>
              <a:spcAft>
                <a:spcPts val="0"/>
              </a:spcAft>
              <a:buClr>
                <a:srgbClr val="7F7F7F"/>
              </a:buClr>
              <a:buSzPts val="1800"/>
              <a:buNone/>
              <a:defRPr b="0" sz="1800"/>
            </a:lvl1pPr>
            <a:lvl2pPr indent="-228600" lvl="1" marL="914400" algn="l">
              <a:lnSpc>
                <a:spcPct val="100000"/>
              </a:lnSpc>
              <a:spcBef>
                <a:spcPts val="300"/>
              </a:spcBef>
              <a:spcAft>
                <a:spcPts val="0"/>
              </a:spcAft>
              <a:buClr>
                <a:srgbClr val="7F7F7F"/>
              </a:buClr>
              <a:buSzPts val="1500"/>
              <a:buNone/>
              <a:defRPr b="1" sz="1500"/>
            </a:lvl2pPr>
            <a:lvl3pPr indent="-228600" lvl="2" marL="1371600" algn="l">
              <a:lnSpc>
                <a:spcPct val="100000"/>
              </a:lnSpc>
              <a:spcBef>
                <a:spcPts val="270"/>
              </a:spcBef>
              <a:spcAft>
                <a:spcPts val="0"/>
              </a:spcAft>
              <a:buClr>
                <a:srgbClr val="7F7F7F"/>
              </a:buClr>
              <a:buSzPts val="1350"/>
              <a:buNone/>
              <a:defRPr b="1" sz="1350"/>
            </a:lvl3pPr>
            <a:lvl4pPr indent="-228600" lvl="3" marL="1828800" algn="l">
              <a:lnSpc>
                <a:spcPct val="100000"/>
              </a:lnSpc>
              <a:spcBef>
                <a:spcPts val="240"/>
              </a:spcBef>
              <a:spcAft>
                <a:spcPts val="0"/>
              </a:spcAft>
              <a:buClr>
                <a:srgbClr val="7F7F7F"/>
              </a:buClr>
              <a:buSzPts val="1200"/>
              <a:buNone/>
              <a:defRPr b="1" sz="1200"/>
            </a:lvl4pPr>
            <a:lvl5pPr indent="-228600" lvl="4" marL="2286000" algn="l">
              <a:lnSpc>
                <a:spcPct val="100000"/>
              </a:lnSpc>
              <a:spcBef>
                <a:spcPts val="240"/>
              </a:spcBef>
              <a:spcAft>
                <a:spcPts val="0"/>
              </a:spcAft>
              <a:buClr>
                <a:srgbClr val="7F7F7F"/>
              </a:buClr>
              <a:buSzPts val="1200"/>
              <a:buNone/>
              <a:defRPr b="1" sz="1200"/>
            </a:lvl5pPr>
            <a:lvl6pPr indent="-228600" lvl="5" marL="2743200" algn="l">
              <a:lnSpc>
                <a:spcPct val="100000"/>
              </a:lnSpc>
              <a:spcBef>
                <a:spcPts val="240"/>
              </a:spcBef>
              <a:spcAft>
                <a:spcPts val="0"/>
              </a:spcAft>
              <a:buClr>
                <a:srgbClr val="7F7F7F"/>
              </a:buClr>
              <a:buSzPts val="1200"/>
              <a:buNone/>
              <a:defRPr b="1" sz="1200"/>
            </a:lvl6pPr>
            <a:lvl7pPr indent="-228600" lvl="6" marL="3200400" algn="l">
              <a:lnSpc>
                <a:spcPct val="100000"/>
              </a:lnSpc>
              <a:spcBef>
                <a:spcPts val="240"/>
              </a:spcBef>
              <a:spcAft>
                <a:spcPts val="0"/>
              </a:spcAft>
              <a:buClr>
                <a:srgbClr val="7F7F7F"/>
              </a:buClr>
              <a:buSzPts val="1200"/>
              <a:buNone/>
              <a:defRPr b="1" sz="1200"/>
            </a:lvl7pPr>
            <a:lvl8pPr indent="-228600" lvl="7" marL="3657600" algn="l">
              <a:lnSpc>
                <a:spcPct val="100000"/>
              </a:lnSpc>
              <a:spcBef>
                <a:spcPts val="240"/>
              </a:spcBef>
              <a:spcAft>
                <a:spcPts val="0"/>
              </a:spcAft>
              <a:buClr>
                <a:srgbClr val="7F7F7F"/>
              </a:buClr>
              <a:buSzPts val="1200"/>
              <a:buNone/>
              <a:defRPr b="1" sz="1200"/>
            </a:lvl8pPr>
            <a:lvl9pPr indent="-228600" lvl="8" marL="4114800" algn="l">
              <a:lnSpc>
                <a:spcPct val="100000"/>
              </a:lnSpc>
              <a:spcBef>
                <a:spcPts val="240"/>
              </a:spcBef>
              <a:spcAft>
                <a:spcPts val="0"/>
              </a:spcAft>
              <a:buClr>
                <a:srgbClr val="7F7F7F"/>
              </a:buClr>
              <a:buSzPts val="1200"/>
              <a:buNone/>
              <a:defRPr b="1" sz="1200"/>
            </a:lvl9pPr>
          </a:lstStyle>
          <a:p/>
        </p:txBody>
      </p:sp>
      <p:sp>
        <p:nvSpPr>
          <p:cNvPr id="124" name="Google Shape;124;p35"/>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5"/>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5"/>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
        <p:nvSpPr>
          <p:cNvPr id="127" name="Google Shape;127;p35"/>
          <p:cNvSpPr txBox="1"/>
          <p:nvPr>
            <p:ph idx="3" type="body"/>
          </p:nvPr>
        </p:nvSpPr>
        <p:spPr>
          <a:xfrm>
            <a:off x="457200" y="1659636"/>
            <a:ext cx="4041648" cy="293522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7F7F7F"/>
              </a:buClr>
              <a:buSzPts val="1800"/>
              <a:buChar char="•"/>
              <a:defRPr/>
            </a:lvl1pPr>
            <a:lvl2pPr indent="-342900" lvl="1" marL="914400" algn="l">
              <a:lnSpc>
                <a:spcPct val="100000"/>
              </a:lnSpc>
              <a:spcBef>
                <a:spcPts val="360"/>
              </a:spcBef>
              <a:spcAft>
                <a:spcPts val="0"/>
              </a:spcAft>
              <a:buClr>
                <a:srgbClr val="7F7F7F"/>
              </a:buClr>
              <a:buSzPts val="1800"/>
              <a:buChar char="o"/>
              <a:defRPr/>
            </a:lvl2pPr>
            <a:lvl3pPr indent="-342900" lvl="2" marL="1371600" algn="l">
              <a:lnSpc>
                <a:spcPct val="100000"/>
              </a:lnSpc>
              <a:spcBef>
                <a:spcPts val="360"/>
              </a:spcBef>
              <a:spcAft>
                <a:spcPts val="0"/>
              </a:spcAft>
              <a:buClr>
                <a:srgbClr val="7F7F7F"/>
              </a:buClr>
              <a:buSzPts val="1800"/>
              <a:buChar char="•"/>
              <a:defRPr/>
            </a:lvl3pPr>
            <a:lvl4pPr indent="-342900" lvl="3" marL="1828800" algn="l">
              <a:lnSpc>
                <a:spcPct val="100000"/>
              </a:lnSpc>
              <a:spcBef>
                <a:spcPts val="360"/>
              </a:spcBef>
              <a:spcAft>
                <a:spcPts val="0"/>
              </a:spcAft>
              <a:buClr>
                <a:srgbClr val="7F7F7F"/>
              </a:buClr>
              <a:buSzPts val="1800"/>
              <a:buChar char="o"/>
              <a:defRPr/>
            </a:lvl4pPr>
            <a:lvl5pPr indent="-342900" lvl="4" marL="2286000" algn="l">
              <a:lnSpc>
                <a:spcPct val="100000"/>
              </a:lnSpc>
              <a:spcBef>
                <a:spcPts val="360"/>
              </a:spcBef>
              <a:spcAft>
                <a:spcPts val="0"/>
              </a:spcAft>
              <a:buClr>
                <a:srgbClr val="7F7F7F"/>
              </a:buClr>
              <a:buSzPts val="1800"/>
              <a:buChar char="•"/>
              <a:defRPr/>
            </a:lvl5pPr>
            <a:lvl6pPr indent="-342900" lvl="5" marL="2743200" algn="l">
              <a:lnSpc>
                <a:spcPct val="100000"/>
              </a:lnSpc>
              <a:spcBef>
                <a:spcPts val="360"/>
              </a:spcBef>
              <a:spcAft>
                <a:spcPts val="0"/>
              </a:spcAft>
              <a:buClr>
                <a:srgbClr val="7F7F7F"/>
              </a:buClr>
              <a:buSzPts val="1800"/>
              <a:buChar char="o"/>
              <a:defRPr/>
            </a:lvl6pPr>
            <a:lvl7pPr indent="-342900" lvl="6" marL="3200400" algn="l">
              <a:lnSpc>
                <a:spcPct val="100000"/>
              </a:lnSpc>
              <a:spcBef>
                <a:spcPts val="360"/>
              </a:spcBef>
              <a:spcAft>
                <a:spcPts val="0"/>
              </a:spcAft>
              <a:buClr>
                <a:srgbClr val="7F7F7F"/>
              </a:buClr>
              <a:buSzPts val="1800"/>
              <a:buChar char="•"/>
              <a:defRPr/>
            </a:lvl7pPr>
            <a:lvl8pPr indent="-342900" lvl="7" marL="3657600" algn="l">
              <a:lnSpc>
                <a:spcPct val="100000"/>
              </a:lnSpc>
              <a:spcBef>
                <a:spcPts val="360"/>
              </a:spcBef>
              <a:spcAft>
                <a:spcPts val="0"/>
              </a:spcAft>
              <a:buClr>
                <a:srgbClr val="7F7F7F"/>
              </a:buClr>
              <a:buSzPts val="1800"/>
              <a:buChar char="o"/>
              <a:defRPr/>
            </a:lvl8pPr>
            <a:lvl9pPr indent="-342900" lvl="8" marL="4114800" algn="l">
              <a:lnSpc>
                <a:spcPct val="100000"/>
              </a:lnSpc>
              <a:spcBef>
                <a:spcPts val="360"/>
              </a:spcBef>
              <a:spcAft>
                <a:spcPts val="0"/>
              </a:spcAft>
              <a:buClr>
                <a:srgbClr val="7F7F7F"/>
              </a:buClr>
              <a:buSzPts val="1800"/>
              <a:buChar char="•"/>
              <a:defRPr/>
            </a:lvl9pPr>
          </a:lstStyle>
          <a:p/>
        </p:txBody>
      </p:sp>
      <p:sp>
        <p:nvSpPr>
          <p:cNvPr id="128" name="Google Shape;128;p35"/>
          <p:cNvSpPr txBox="1"/>
          <p:nvPr>
            <p:ph idx="4" type="body"/>
          </p:nvPr>
        </p:nvSpPr>
        <p:spPr>
          <a:xfrm>
            <a:off x="4672584" y="1659637"/>
            <a:ext cx="4041648" cy="293489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7F7F7F"/>
              </a:buClr>
              <a:buSzPts val="1800"/>
              <a:buChar char="•"/>
              <a:defRPr/>
            </a:lvl1pPr>
            <a:lvl2pPr indent="-342900" lvl="1" marL="914400" algn="l">
              <a:lnSpc>
                <a:spcPct val="100000"/>
              </a:lnSpc>
              <a:spcBef>
                <a:spcPts val="360"/>
              </a:spcBef>
              <a:spcAft>
                <a:spcPts val="0"/>
              </a:spcAft>
              <a:buClr>
                <a:srgbClr val="7F7F7F"/>
              </a:buClr>
              <a:buSzPts val="1800"/>
              <a:buChar char="o"/>
              <a:defRPr/>
            </a:lvl2pPr>
            <a:lvl3pPr indent="-342900" lvl="2" marL="1371600" algn="l">
              <a:lnSpc>
                <a:spcPct val="100000"/>
              </a:lnSpc>
              <a:spcBef>
                <a:spcPts val="360"/>
              </a:spcBef>
              <a:spcAft>
                <a:spcPts val="0"/>
              </a:spcAft>
              <a:buClr>
                <a:srgbClr val="7F7F7F"/>
              </a:buClr>
              <a:buSzPts val="1800"/>
              <a:buChar char="•"/>
              <a:defRPr/>
            </a:lvl3pPr>
            <a:lvl4pPr indent="-342900" lvl="3" marL="1828800" algn="l">
              <a:lnSpc>
                <a:spcPct val="100000"/>
              </a:lnSpc>
              <a:spcBef>
                <a:spcPts val="360"/>
              </a:spcBef>
              <a:spcAft>
                <a:spcPts val="0"/>
              </a:spcAft>
              <a:buClr>
                <a:srgbClr val="7F7F7F"/>
              </a:buClr>
              <a:buSzPts val="1800"/>
              <a:buChar char="o"/>
              <a:defRPr/>
            </a:lvl4pPr>
            <a:lvl5pPr indent="-342900" lvl="4" marL="2286000" algn="l">
              <a:lnSpc>
                <a:spcPct val="100000"/>
              </a:lnSpc>
              <a:spcBef>
                <a:spcPts val="360"/>
              </a:spcBef>
              <a:spcAft>
                <a:spcPts val="0"/>
              </a:spcAft>
              <a:buClr>
                <a:srgbClr val="7F7F7F"/>
              </a:buClr>
              <a:buSzPts val="1800"/>
              <a:buChar char="•"/>
              <a:defRPr/>
            </a:lvl5pPr>
            <a:lvl6pPr indent="-342900" lvl="5" marL="2743200" algn="l">
              <a:lnSpc>
                <a:spcPct val="100000"/>
              </a:lnSpc>
              <a:spcBef>
                <a:spcPts val="360"/>
              </a:spcBef>
              <a:spcAft>
                <a:spcPts val="0"/>
              </a:spcAft>
              <a:buClr>
                <a:srgbClr val="7F7F7F"/>
              </a:buClr>
              <a:buSzPts val="1800"/>
              <a:buChar char="o"/>
              <a:defRPr/>
            </a:lvl6pPr>
            <a:lvl7pPr indent="-342900" lvl="6" marL="3200400" algn="l">
              <a:lnSpc>
                <a:spcPct val="100000"/>
              </a:lnSpc>
              <a:spcBef>
                <a:spcPts val="360"/>
              </a:spcBef>
              <a:spcAft>
                <a:spcPts val="0"/>
              </a:spcAft>
              <a:buClr>
                <a:srgbClr val="7F7F7F"/>
              </a:buClr>
              <a:buSzPts val="1800"/>
              <a:buChar char="•"/>
              <a:defRPr/>
            </a:lvl7pPr>
            <a:lvl8pPr indent="-342900" lvl="7" marL="3657600" algn="l">
              <a:lnSpc>
                <a:spcPct val="100000"/>
              </a:lnSpc>
              <a:spcBef>
                <a:spcPts val="360"/>
              </a:spcBef>
              <a:spcAft>
                <a:spcPts val="0"/>
              </a:spcAft>
              <a:buClr>
                <a:srgbClr val="7F7F7F"/>
              </a:buClr>
              <a:buSzPts val="1800"/>
              <a:buChar char="o"/>
              <a:defRPr/>
            </a:lvl8pPr>
            <a:lvl9pPr indent="-342900" lvl="8" marL="4114800" algn="l">
              <a:lnSpc>
                <a:spcPct val="100000"/>
              </a:lnSpc>
              <a:spcBef>
                <a:spcPts val="360"/>
              </a:spcBef>
              <a:spcAft>
                <a:spcPts val="0"/>
              </a:spcAft>
              <a:buClr>
                <a:srgbClr val="7F7F7F"/>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36"/>
          <p:cNvSpPr txBox="1"/>
          <p:nvPr>
            <p:ph type="title"/>
          </p:nvPr>
        </p:nvSpPr>
        <p:spPr>
          <a:xfrm>
            <a:off x="457200" y="0"/>
            <a:ext cx="8229600" cy="1200150"/>
          </a:xfrm>
          <a:prstGeom prst="rect">
            <a:avLst/>
          </a:prstGeom>
          <a:noFill/>
          <a:ln>
            <a:noFill/>
          </a:ln>
        </p:spPr>
        <p:txBody>
          <a:bodyPr anchorCtr="0" anchor="b" bIns="45700" lIns="91425" spcFirstLastPara="1" rIns="91425" wrap="square" tIns="45700">
            <a:noAutofit/>
          </a:bodyPr>
          <a:lstStyle>
            <a:lvl1pPr lvl="0" algn="ctr">
              <a:lnSpc>
                <a:spcPct val="241666"/>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6"/>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6"/>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6"/>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
        <p:nvSpPr>
          <p:cNvPr id="135" name="Google Shape;135;p37"/>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7"/>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37"/>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8" name="Shape 138"/>
        <p:cNvGrpSpPr/>
        <p:nvPr/>
      </p:nvGrpSpPr>
      <p:grpSpPr>
        <a:xfrm>
          <a:off x="0" y="0"/>
          <a:ext cx="0" cy="0"/>
          <a:chOff x="0" y="0"/>
          <a:chExt cx="0" cy="0"/>
        </a:xfrm>
      </p:grpSpPr>
      <p:sp>
        <p:nvSpPr>
          <p:cNvPr id="139" name="Google Shape;139;p38"/>
          <p:cNvSpPr txBox="1"/>
          <p:nvPr>
            <p:ph type="title"/>
          </p:nvPr>
        </p:nvSpPr>
        <p:spPr>
          <a:xfrm>
            <a:off x="5907088" y="200025"/>
            <a:ext cx="3008313" cy="1571625"/>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100"/>
              <a:buFont typeface="Palatino Linotype"/>
              <a:buNone/>
              <a:defRPr b="0" sz="2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38"/>
          <p:cNvSpPr txBox="1"/>
          <p:nvPr>
            <p:ph idx="1" type="body"/>
          </p:nvPr>
        </p:nvSpPr>
        <p:spPr>
          <a:xfrm>
            <a:off x="719138" y="204789"/>
            <a:ext cx="4995863" cy="4389835"/>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rgbClr val="7F7F7F"/>
              </a:buClr>
              <a:buSzPts val="2400"/>
              <a:buChar char="•"/>
              <a:defRPr sz="2400"/>
            </a:lvl1pPr>
            <a:lvl2pPr indent="-361950" lvl="1" marL="914400" algn="l">
              <a:lnSpc>
                <a:spcPct val="100000"/>
              </a:lnSpc>
              <a:spcBef>
                <a:spcPts val="420"/>
              </a:spcBef>
              <a:spcAft>
                <a:spcPts val="0"/>
              </a:spcAft>
              <a:buClr>
                <a:srgbClr val="7F7F7F"/>
              </a:buClr>
              <a:buSzPts val="2100"/>
              <a:buChar char="o"/>
              <a:defRPr sz="2100"/>
            </a:lvl2pPr>
            <a:lvl3pPr indent="-342900" lvl="2" marL="1371600" algn="l">
              <a:lnSpc>
                <a:spcPct val="100000"/>
              </a:lnSpc>
              <a:spcBef>
                <a:spcPts val="360"/>
              </a:spcBef>
              <a:spcAft>
                <a:spcPts val="0"/>
              </a:spcAft>
              <a:buClr>
                <a:srgbClr val="7F7F7F"/>
              </a:buClr>
              <a:buSzPts val="1800"/>
              <a:buChar char="•"/>
              <a:defRPr sz="1800"/>
            </a:lvl3pPr>
            <a:lvl4pPr indent="-323850" lvl="3" marL="1828800" algn="l">
              <a:lnSpc>
                <a:spcPct val="100000"/>
              </a:lnSpc>
              <a:spcBef>
                <a:spcPts val="300"/>
              </a:spcBef>
              <a:spcAft>
                <a:spcPts val="0"/>
              </a:spcAft>
              <a:buClr>
                <a:srgbClr val="7F7F7F"/>
              </a:buClr>
              <a:buSzPts val="1500"/>
              <a:buChar char="o"/>
              <a:defRPr sz="1500"/>
            </a:lvl4pPr>
            <a:lvl5pPr indent="-323850" lvl="4" marL="2286000" algn="l">
              <a:lnSpc>
                <a:spcPct val="100000"/>
              </a:lnSpc>
              <a:spcBef>
                <a:spcPts val="300"/>
              </a:spcBef>
              <a:spcAft>
                <a:spcPts val="0"/>
              </a:spcAft>
              <a:buClr>
                <a:srgbClr val="7F7F7F"/>
              </a:buClr>
              <a:buSzPts val="1500"/>
              <a:buChar char="•"/>
              <a:defRPr sz="1500"/>
            </a:lvl5pPr>
            <a:lvl6pPr indent="-323850" lvl="5" marL="2743200" algn="l">
              <a:lnSpc>
                <a:spcPct val="100000"/>
              </a:lnSpc>
              <a:spcBef>
                <a:spcPts val="300"/>
              </a:spcBef>
              <a:spcAft>
                <a:spcPts val="0"/>
              </a:spcAft>
              <a:buClr>
                <a:srgbClr val="7F7F7F"/>
              </a:buClr>
              <a:buSzPts val="1500"/>
              <a:buChar char="o"/>
              <a:defRPr sz="1500"/>
            </a:lvl6pPr>
            <a:lvl7pPr indent="-323850" lvl="6" marL="3200400" algn="l">
              <a:lnSpc>
                <a:spcPct val="100000"/>
              </a:lnSpc>
              <a:spcBef>
                <a:spcPts val="300"/>
              </a:spcBef>
              <a:spcAft>
                <a:spcPts val="0"/>
              </a:spcAft>
              <a:buClr>
                <a:srgbClr val="7F7F7F"/>
              </a:buClr>
              <a:buSzPts val="1500"/>
              <a:buChar char="•"/>
              <a:defRPr sz="1500"/>
            </a:lvl7pPr>
            <a:lvl8pPr indent="-323850" lvl="7" marL="3657600" algn="l">
              <a:lnSpc>
                <a:spcPct val="100000"/>
              </a:lnSpc>
              <a:spcBef>
                <a:spcPts val="300"/>
              </a:spcBef>
              <a:spcAft>
                <a:spcPts val="0"/>
              </a:spcAft>
              <a:buClr>
                <a:srgbClr val="7F7F7F"/>
              </a:buClr>
              <a:buSzPts val="1500"/>
              <a:buChar char="o"/>
              <a:defRPr sz="1500"/>
            </a:lvl8pPr>
            <a:lvl9pPr indent="-323850" lvl="8" marL="4114800" algn="l">
              <a:lnSpc>
                <a:spcPct val="100000"/>
              </a:lnSpc>
              <a:spcBef>
                <a:spcPts val="300"/>
              </a:spcBef>
              <a:spcAft>
                <a:spcPts val="0"/>
              </a:spcAft>
              <a:buClr>
                <a:srgbClr val="7F7F7F"/>
              </a:buClr>
              <a:buSzPts val="1500"/>
              <a:buChar char="•"/>
              <a:defRPr sz="1500"/>
            </a:lvl9pPr>
          </a:lstStyle>
          <a:p/>
        </p:txBody>
      </p:sp>
      <p:sp>
        <p:nvSpPr>
          <p:cNvPr id="141" name="Google Shape;141;p38"/>
          <p:cNvSpPr txBox="1"/>
          <p:nvPr>
            <p:ph idx="2" type="body"/>
          </p:nvPr>
        </p:nvSpPr>
        <p:spPr>
          <a:xfrm>
            <a:off x="5907088" y="1828801"/>
            <a:ext cx="3008313" cy="2765822"/>
          </a:xfrm>
          <a:prstGeom prst="rect">
            <a:avLst/>
          </a:prstGeom>
          <a:noFill/>
          <a:ln>
            <a:noFill/>
          </a:ln>
        </p:spPr>
        <p:txBody>
          <a:bodyPr anchorCtr="0" anchor="t" bIns="45700" lIns="91425" spcFirstLastPara="1" rIns="91425" wrap="square" tIns="45700">
            <a:normAutofit/>
          </a:bodyPr>
          <a:lstStyle>
            <a:lvl1pPr indent="-228600" lvl="0" marL="457200" algn="ctr">
              <a:lnSpc>
                <a:spcPct val="125000"/>
              </a:lnSpc>
              <a:spcBef>
                <a:spcPts val="240"/>
              </a:spcBef>
              <a:spcAft>
                <a:spcPts val="0"/>
              </a:spcAft>
              <a:buClr>
                <a:srgbClr val="7F7F7F"/>
              </a:buClr>
              <a:buSzPts val="1200"/>
              <a:buNone/>
              <a:defRPr sz="1200"/>
            </a:lvl1pPr>
            <a:lvl2pPr indent="-228600" lvl="1" marL="914400" algn="l">
              <a:lnSpc>
                <a:spcPct val="100000"/>
              </a:lnSpc>
              <a:spcBef>
                <a:spcPts val="180"/>
              </a:spcBef>
              <a:spcAft>
                <a:spcPts val="0"/>
              </a:spcAft>
              <a:buClr>
                <a:srgbClr val="7F7F7F"/>
              </a:buClr>
              <a:buSzPts val="900"/>
              <a:buNone/>
              <a:defRPr sz="900"/>
            </a:lvl2pPr>
            <a:lvl3pPr indent="-228600" lvl="2" marL="1371600" algn="l">
              <a:lnSpc>
                <a:spcPct val="100000"/>
              </a:lnSpc>
              <a:spcBef>
                <a:spcPts val="150"/>
              </a:spcBef>
              <a:spcAft>
                <a:spcPts val="0"/>
              </a:spcAft>
              <a:buClr>
                <a:srgbClr val="7F7F7F"/>
              </a:buClr>
              <a:buSzPts val="750"/>
              <a:buNone/>
              <a:defRPr sz="750"/>
            </a:lvl3pPr>
            <a:lvl4pPr indent="-228600" lvl="3" marL="1828800" algn="l">
              <a:lnSpc>
                <a:spcPct val="100000"/>
              </a:lnSpc>
              <a:spcBef>
                <a:spcPts val="135"/>
              </a:spcBef>
              <a:spcAft>
                <a:spcPts val="0"/>
              </a:spcAft>
              <a:buClr>
                <a:srgbClr val="7F7F7F"/>
              </a:buClr>
              <a:buSzPts val="675"/>
              <a:buNone/>
              <a:defRPr sz="675"/>
            </a:lvl4pPr>
            <a:lvl5pPr indent="-228600" lvl="4" marL="2286000" algn="l">
              <a:lnSpc>
                <a:spcPct val="100000"/>
              </a:lnSpc>
              <a:spcBef>
                <a:spcPts val="135"/>
              </a:spcBef>
              <a:spcAft>
                <a:spcPts val="0"/>
              </a:spcAft>
              <a:buClr>
                <a:srgbClr val="7F7F7F"/>
              </a:buClr>
              <a:buSzPts val="675"/>
              <a:buNone/>
              <a:defRPr sz="675"/>
            </a:lvl5pPr>
            <a:lvl6pPr indent="-228600" lvl="5" marL="2743200" algn="l">
              <a:lnSpc>
                <a:spcPct val="100000"/>
              </a:lnSpc>
              <a:spcBef>
                <a:spcPts val="135"/>
              </a:spcBef>
              <a:spcAft>
                <a:spcPts val="0"/>
              </a:spcAft>
              <a:buClr>
                <a:srgbClr val="7F7F7F"/>
              </a:buClr>
              <a:buSzPts val="675"/>
              <a:buNone/>
              <a:defRPr sz="675"/>
            </a:lvl6pPr>
            <a:lvl7pPr indent="-228600" lvl="6" marL="3200400" algn="l">
              <a:lnSpc>
                <a:spcPct val="100000"/>
              </a:lnSpc>
              <a:spcBef>
                <a:spcPts val="135"/>
              </a:spcBef>
              <a:spcAft>
                <a:spcPts val="0"/>
              </a:spcAft>
              <a:buClr>
                <a:srgbClr val="7F7F7F"/>
              </a:buClr>
              <a:buSzPts val="675"/>
              <a:buNone/>
              <a:defRPr sz="675"/>
            </a:lvl7pPr>
            <a:lvl8pPr indent="-228600" lvl="7" marL="3657600" algn="l">
              <a:lnSpc>
                <a:spcPct val="100000"/>
              </a:lnSpc>
              <a:spcBef>
                <a:spcPts val="135"/>
              </a:spcBef>
              <a:spcAft>
                <a:spcPts val="0"/>
              </a:spcAft>
              <a:buClr>
                <a:srgbClr val="7F7F7F"/>
              </a:buClr>
              <a:buSzPts val="675"/>
              <a:buNone/>
              <a:defRPr sz="675"/>
            </a:lvl8pPr>
            <a:lvl9pPr indent="-228600" lvl="8" marL="4114800" algn="l">
              <a:lnSpc>
                <a:spcPct val="100000"/>
              </a:lnSpc>
              <a:spcBef>
                <a:spcPts val="135"/>
              </a:spcBef>
              <a:spcAft>
                <a:spcPts val="0"/>
              </a:spcAft>
              <a:buClr>
                <a:srgbClr val="7F7F7F"/>
              </a:buClr>
              <a:buSzPts val="675"/>
              <a:buNone/>
              <a:defRPr sz="675"/>
            </a:lvl9pPr>
          </a:lstStyle>
          <a:p/>
        </p:txBody>
      </p:sp>
      <p:sp>
        <p:nvSpPr>
          <p:cNvPr id="142" name="Google Shape;142;p38"/>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8"/>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8"/>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5" name="Shape 145"/>
        <p:cNvGrpSpPr/>
        <p:nvPr/>
      </p:nvGrpSpPr>
      <p:grpSpPr>
        <a:xfrm>
          <a:off x="0" y="0"/>
          <a:ext cx="0" cy="0"/>
          <a:chOff x="0" y="0"/>
          <a:chExt cx="0" cy="0"/>
        </a:xfrm>
      </p:grpSpPr>
      <p:sp>
        <p:nvSpPr>
          <p:cNvPr id="146" name="Google Shape;146;p39"/>
          <p:cNvSpPr txBox="1"/>
          <p:nvPr>
            <p:ph type="title"/>
          </p:nvPr>
        </p:nvSpPr>
        <p:spPr>
          <a:xfrm>
            <a:off x="1679577" y="171450"/>
            <a:ext cx="5711824" cy="671513"/>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100"/>
              <a:buFont typeface="Palatino Linotype"/>
              <a:buNone/>
              <a:defRPr b="0" sz="2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39"/>
          <p:cNvSpPr/>
          <p:nvPr>
            <p:ph idx="2" type="pic"/>
          </p:nvPr>
        </p:nvSpPr>
        <p:spPr>
          <a:xfrm>
            <a:off x="1508127" y="857250"/>
            <a:ext cx="6054724" cy="3405783"/>
          </a:xfrm>
          <a:prstGeom prst="rect">
            <a:avLst/>
          </a:prstGeom>
          <a:noFill/>
          <a:ln cap="flat" cmpd="sng" w="76200">
            <a:solidFill>
              <a:schemeClr val="lt1"/>
            </a:solidFill>
            <a:prstDash val="solid"/>
            <a:round/>
            <a:headEnd len="sm" w="sm" type="none"/>
            <a:tailEnd len="sm" w="sm" type="none"/>
          </a:ln>
          <a:effectLst>
            <a:outerShdw blurRad="88900" rotWithShape="0" algn="ctr" dir="5400000" dist="50800">
              <a:srgbClr val="000000">
                <a:alpha val="24313"/>
              </a:srgbClr>
            </a:outerShdw>
          </a:effectLst>
        </p:spPr>
      </p:sp>
      <p:sp>
        <p:nvSpPr>
          <p:cNvPr id="148" name="Google Shape;148;p39"/>
          <p:cNvSpPr txBox="1"/>
          <p:nvPr>
            <p:ph idx="1" type="body"/>
          </p:nvPr>
        </p:nvSpPr>
        <p:spPr>
          <a:xfrm>
            <a:off x="1679577" y="4357688"/>
            <a:ext cx="5711824" cy="40005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240"/>
              </a:spcBef>
              <a:spcAft>
                <a:spcPts val="0"/>
              </a:spcAft>
              <a:buClr>
                <a:srgbClr val="7F7F7F"/>
              </a:buClr>
              <a:buSzPts val="1200"/>
              <a:buNone/>
              <a:defRPr sz="1200"/>
            </a:lvl1pPr>
            <a:lvl2pPr indent="-228600" lvl="1" marL="914400" algn="l">
              <a:lnSpc>
                <a:spcPct val="100000"/>
              </a:lnSpc>
              <a:spcBef>
                <a:spcPts val="180"/>
              </a:spcBef>
              <a:spcAft>
                <a:spcPts val="0"/>
              </a:spcAft>
              <a:buClr>
                <a:srgbClr val="7F7F7F"/>
              </a:buClr>
              <a:buSzPts val="900"/>
              <a:buNone/>
              <a:defRPr sz="900"/>
            </a:lvl2pPr>
            <a:lvl3pPr indent="-228600" lvl="2" marL="1371600" algn="l">
              <a:lnSpc>
                <a:spcPct val="100000"/>
              </a:lnSpc>
              <a:spcBef>
                <a:spcPts val="150"/>
              </a:spcBef>
              <a:spcAft>
                <a:spcPts val="0"/>
              </a:spcAft>
              <a:buClr>
                <a:srgbClr val="7F7F7F"/>
              </a:buClr>
              <a:buSzPts val="750"/>
              <a:buNone/>
              <a:defRPr sz="750"/>
            </a:lvl3pPr>
            <a:lvl4pPr indent="-228600" lvl="3" marL="1828800" algn="l">
              <a:lnSpc>
                <a:spcPct val="100000"/>
              </a:lnSpc>
              <a:spcBef>
                <a:spcPts val="135"/>
              </a:spcBef>
              <a:spcAft>
                <a:spcPts val="0"/>
              </a:spcAft>
              <a:buClr>
                <a:srgbClr val="7F7F7F"/>
              </a:buClr>
              <a:buSzPts val="675"/>
              <a:buNone/>
              <a:defRPr sz="675"/>
            </a:lvl4pPr>
            <a:lvl5pPr indent="-228600" lvl="4" marL="2286000" algn="l">
              <a:lnSpc>
                <a:spcPct val="100000"/>
              </a:lnSpc>
              <a:spcBef>
                <a:spcPts val="135"/>
              </a:spcBef>
              <a:spcAft>
                <a:spcPts val="0"/>
              </a:spcAft>
              <a:buClr>
                <a:srgbClr val="7F7F7F"/>
              </a:buClr>
              <a:buSzPts val="675"/>
              <a:buNone/>
              <a:defRPr sz="675"/>
            </a:lvl5pPr>
            <a:lvl6pPr indent="-228600" lvl="5" marL="2743200" algn="l">
              <a:lnSpc>
                <a:spcPct val="100000"/>
              </a:lnSpc>
              <a:spcBef>
                <a:spcPts val="135"/>
              </a:spcBef>
              <a:spcAft>
                <a:spcPts val="0"/>
              </a:spcAft>
              <a:buClr>
                <a:srgbClr val="7F7F7F"/>
              </a:buClr>
              <a:buSzPts val="675"/>
              <a:buNone/>
              <a:defRPr sz="675"/>
            </a:lvl6pPr>
            <a:lvl7pPr indent="-228600" lvl="6" marL="3200400" algn="l">
              <a:lnSpc>
                <a:spcPct val="100000"/>
              </a:lnSpc>
              <a:spcBef>
                <a:spcPts val="135"/>
              </a:spcBef>
              <a:spcAft>
                <a:spcPts val="0"/>
              </a:spcAft>
              <a:buClr>
                <a:srgbClr val="7F7F7F"/>
              </a:buClr>
              <a:buSzPts val="675"/>
              <a:buNone/>
              <a:defRPr sz="675"/>
            </a:lvl7pPr>
            <a:lvl8pPr indent="-228600" lvl="7" marL="3657600" algn="l">
              <a:lnSpc>
                <a:spcPct val="100000"/>
              </a:lnSpc>
              <a:spcBef>
                <a:spcPts val="135"/>
              </a:spcBef>
              <a:spcAft>
                <a:spcPts val="0"/>
              </a:spcAft>
              <a:buClr>
                <a:srgbClr val="7F7F7F"/>
              </a:buClr>
              <a:buSzPts val="675"/>
              <a:buNone/>
              <a:defRPr sz="675"/>
            </a:lvl8pPr>
            <a:lvl9pPr indent="-228600" lvl="8" marL="4114800" algn="l">
              <a:lnSpc>
                <a:spcPct val="100000"/>
              </a:lnSpc>
              <a:spcBef>
                <a:spcPts val="135"/>
              </a:spcBef>
              <a:spcAft>
                <a:spcPts val="0"/>
              </a:spcAft>
              <a:buClr>
                <a:srgbClr val="7F7F7F"/>
              </a:buClr>
              <a:buSzPts val="675"/>
              <a:buNone/>
              <a:defRPr sz="675"/>
            </a:lvl9pPr>
          </a:lstStyle>
          <a:p/>
        </p:txBody>
      </p:sp>
      <p:sp>
        <p:nvSpPr>
          <p:cNvPr id="149" name="Google Shape;149;p39"/>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39"/>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39"/>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2" name="Shape 152"/>
        <p:cNvGrpSpPr/>
        <p:nvPr/>
      </p:nvGrpSpPr>
      <p:grpSpPr>
        <a:xfrm>
          <a:off x="0" y="0"/>
          <a:ext cx="0" cy="0"/>
          <a:chOff x="0" y="0"/>
          <a:chExt cx="0" cy="0"/>
        </a:xfrm>
      </p:grpSpPr>
      <p:sp>
        <p:nvSpPr>
          <p:cNvPr id="153" name="Google Shape;153;p40"/>
          <p:cNvSpPr txBox="1"/>
          <p:nvPr>
            <p:ph type="title"/>
          </p:nvPr>
        </p:nvSpPr>
        <p:spPr>
          <a:xfrm>
            <a:off x="457200" y="0"/>
            <a:ext cx="8229600" cy="1200150"/>
          </a:xfrm>
          <a:prstGeom prst="rect">
            <a:avLst/>
          </a:prstGeom>
          <a:noFill/>
          <a:ln>
            <a:noFill/>
          </a:ln>
        </p:spPr>
        <p:txBody>
          <a:bodyPr anchorCtr="0" anchor="b" bIns="45700" lIns="91425" spcFirstLastPara="1" rIns="91425" wrap="square" tIns="45700">
            <a:noAutofit/>
          </a:bodyPr>
          <a:lstStyle>
            <a:lvl1pPr lvl="0" algn="ctr">
              <a:lnSpc>
                <a:spcPct val="241666"/>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40"/>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7F7F7F"/>
              </a:buClr>
              <a:buSzPts val="1800"/>
              <a:buChar char="•"/>
              <a:defRPr/>
            </a:lvl1pPr>
            <a:lvl2pPr indent="-342900" lvl="1" marL="914400" algn="l">
              <a:lnSpc>
                <a:spcPct val="100000"/>
              </a:lnSpc>
              <a:spcBef>
                <a:spcPts val="360"/>
              </a:spcBef>
              <a:spcAft>
                <a:spcPts val="0"/>
              </a:spcAft>
              <a:buClr>
                <a:srgbClr val="7F7F7F"/>
              </a:buClr>
              <a:buSzPts val="1800"/>
              <a:buChar char="o"/>
              <a:defRPr/>
            </a:lvl2pPr>
            <a:lvl3pPr indent="-342900" lvl="2" marL="1371600" algn="l">
              <a:lnSpc>
                <a:spcPct val="100000"/>
              </a:lnSpc>
              <a:spcBef>
                <a:spcPts val="360"/>
              </a:spcBef>
              <a:spcAft>
                <a:spcPts val="0"/>
              </a:spcAft>
              <a:buClr>
                <a:srgbClr val="7F7F7F"/>
              </a:buClr>
              <a:buSzPts val="1800"/>
              <a:buChar char="•"/>
              <a:defRPr/>
            </a:lvl3pPr>
            <a:lvl4pPr indent="-342900" lvl="3" marL="1828800" algn="l">
              <a:lnSpc>
                <a:spcPct val="100000"/>
              </a:lnSpc>
              <a:spcBef>
                <a:spcPts val="360"/>
              </a:spcBef>
              <a:spcAft>
                <a:spcPts val="0"/>
              </a:spcAft>
              <a:buClr>
                <a:srgbClr val="7F7F7F"/>
              </a:buClr>
              <a:buSzPts val="1800"/>
              <a:buChar char="o"/>
              <a:defRPr/>
            </a:lvl4pPr>
            <a:lvl5pPr indent="-342900" lvl="4" marL="2286000" algn="l">
              <a:lnSpc>
                <a:spcPct val="100000"/>
              </a:lnSpc>
              <a:spcBef>
                <a:spcPts val="360"/>
              </a:spcBef>
              <a:spcAft>
                <a:spcPts val="0"/>
              </a:spcAft>
              <a:buClr>
                <a:srgbClr val="7F7F7F"/>
              </a:buClr>
              <a:buSzPts val="1800"/>
              <a:buChar char="•"/>
              <a:defRPr/>
            </a:lvl5pPr>
            <a:lvl6pPr indent="-342900" lvl="5" marL="2743200" algn="l">
              <a:lnSpc>
                <a:spcPct val="100000"/>
              </a:lnSpc>
              <a:spcBef>
                <a:spcPts val="360"/>
              </a:spcBef>
              <a:spcAft>
                <a:spcPts val="0"/>
              </a:spcAft>
              <a:buClr>
                <a:srgbClr val="7F7F7F"/>
              </a:buClr>
              <a:buSzPts val="1800"/>
              <a:buChar char="o"/>
              <a:defRPr/>
            </a:lvl6pPr>
            <a:lvl7pPr indent="-342900" lvl="6" marL="3200400" algn="l">
              <a:lnSpc>
                <a:spcPct val="100000"/>
              </a:lnSpc>
              <a:spcBef>
                <a:spcPts val="360"/>
              </a:spcBef>
              <a:spcAft>
                <a:spcPts val="0"/>
              </a:spcAft>
              <a:buClr>
                <a:srgbClr val="7F7F7F"/>
              </a:buClr>
              <a:buSzPts val="1800"/>
              <a:buChar char="•"/>
              <a:defRPr/>
            </a:lvl7pPr>
            <a:lvl8pPr indent="-342900" lvl="7" marL="3657600" algn="l">
              <a:lnSpc>
                <a:spcPct val="100000"/>
              </a:lnSpc>
              <a:spcBef>
                <a:spcPts val="360"/>
              </a:spcBef>
              <a:spcAft>
                <a:spcPts val="0"/>
              </a:spcAft>
              <a:buClr>
                <a:srgbClr val="7F7F7F"/>
              </a:buClr>
              <a:buSzPts val="1800"/>
              <a:buChar char="o"/>
              <a:defRPr/>
            </a:lvl8pPr>
            <a:lvl9pPr indent="-342900" lvl="8" marL="4114800" algn="l">
              <a:lnSpc>
                <a:spcPct val="100000"/>
              </a:lnSpc>
              <a:spcBef>
                <a:spcPts val="360"/>
              </a:spcBef>
              <a:spcAft>
                <a:spcPts val="0"/>
              </a:spcAft>
              <a:buClr>
                <a:srgbClr val="7F7F7F"/>
              </a:buClr>
              <a:buSzPts val="1800"/>
              <a:buChar char="•"/>
              <a:defRPr/>
            </a:lvl9pPr>
          </a:lstStyle>
          <a:p/>
        </p:txBody>
      </p:sp>
      <p:sp>
        <p:nvSpPr>
          <p:cNvPr id="155" name="Google Shape;155;p40"/>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40"/>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40"/>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8" name="Shape 158"/>
        <p:cNvGrpSpPr/>
        <p:nvPr/>
      </p:nvGrpSpPr>
      <p:grpSpPr>
        <a:xfrm>
          <a:off x="0" y="0"/>
          <a:ext cx="0" cy="0"/>
          <a:chOff x="0" y="0"/>
          <a:chExt cx="0" cy="0"/>
        </a:xfrm>
      </p:grpSpPr>
      <p:sp>
        <p:nvSpPr>
          <p:cNvPr id="159" name="Google Shape;159;p41"/>
          <p:cNvSpPr txBox="1"/>
          <p:nvPr>
            <p:ph type="title"/>
          </p:nvPr>
        </p:nvSpPr>
        <p:spPr>
          <a:xfrm rot="5400000">
            <a:off x="5463778" y="1371602"/>
            <a:ext cx="4388644" cy="2057400"/>
          </a:xfrm>
          <a:prstGeom prst="rect">
            <a:avLst/>
          </a:prstGeom>
          <a:noFill/>
          <a:ln>
            <a:noFill/>
          </a:ln>
        </p:spPr>
        <p:txBody>
          <a:bodyPr anchorCtr="0" anchor="b" bIns="45700" lIns="91425" spcFirstLastPara="1" rIns="91425" wrap="square" tIns="45700">
            <a:noAutofit/>
          </a:bodyPr>
          <a:lstStyle>
            <a:lvl1pPr lvl="0" algn="ctr">
              <a:lnSpc>
                <a:spcPct val="241666"/>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41"/>
          <p:cNvSpPr txBox="1"/>
          <p:nvPr>
            <p:ph idx="1" type="body"/>
          </p:nvPr>
        </p:nvSpPr>
        <p:spPr>
          <a:xfrm rot="5400000">
            <a:off x="1272778" y="-609598"/>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7F7F7F"/>
              </a:buClr>
              <a:buSzPts val="1800"/>
              <a:buChar char="•"/>
              <a:defRPr/>
            </a:lvl1pPr>
            <a:lvl2pPr indent="-342900" lvl="1" marL="914400" algn="l">
              <a:lnSpc>
                <a:spcPct val="100000"/>
              </a:lnSpc>
              <a:spcBef>
                <a:spcPts val="360"/>
              </a:spcBef>
              <a:spcAft>
                <a:spcPts val="0"/>
              </a:spcAft>
              <a:buClr>
                <a:srgbClr val="7F7F7F"/>
              </a:buClr>
              <a:buSzPts val="1800"/>
              <a:buChar char="o"/>
              <a:defRPr/>
            </a:lvl2pPr>
            <a:lvl3pPr indent="-342900" lvl="2" marL="1371600" algn="l">
              <a:lnSpc>
                <a:spcPct val="100000"/>
              </a:lnSpc>
              <a:spcBef>
                <a:spcPts val="360"/>
              </a:spcBef>
              <a:spcAft>
                <a:spcPts val="0"/>
              </a:spcAft>
              <a:buClr>
                <a:srgbClr val="7F7F7F"/>
              </a:buClr>
              <a:buSzPts val="1800"/>
              <a:buChar char="•"/>
              <a:defRPr/>
            </a:lvl3pPr>
            <a:lvl4pPr indent="-342900" lvl="3" marL="1828800" algn="l">
              <a:lnSpc>
                <a:spcPct val="100000"/>
              </a:lnSpc>
              <a:spcBef>
                <a:spcPts val="360"/>
              </a:spcBef>
              <a:spcAft>
                <a:spcPts val="0"/>
              </a:spcAft>
              <a:buClr>
                <a:srgbClr val="7F7F7F"/>
              </a:buClr>
              <a:buSzPts val="1800"/>
              <a:buChar char="o"/>
              <a:defRPr/>
            </a:lvl4pPr>
            <a:lvl5pPr indent="-342900" lvl="4" marL="2286000" algn="l">
              <a:lnSpc>
                <a:spcPct val="100000"/>
              </a:lnSpc>
              <a:spcBef>
                <a:spcPts val="360"/>
              </a:spcBef>
              <a:spcAft>
                <a:spcPts val="0"/>
              </a:spcAft>
              <a:buClr>
                <a:srgbClr val="7F7F7F"/>
              </a:buClr>
              <a:buSzPts val="1800"/>
              <a:buChar char="•"/>
              <a:defRPr/>
            </a:lvl5pPr>
            <a:lvl6pPr indent="-342900" lvl="5" marL="2743200" algn="l">
              <a:lnSpc>
                <a:spcPct val="100000"/>
              </a:lnSpc>
              <a:spcBef>
                <a:spcPts val="360"/>
              </a:spcBef>
              <a:spcAft>
                <a:spcPts val="0"/>
              </a:spcAft>
              <a:buClr>
                <a:srgbClr val="7F7F7F"/>
              </a:buClr>
              <a:buSzPts val="1800"/>
              <a:buChar char="o"/>
              <a:defRPr/>
            </a:lvl6pPr>
            <a:lvl7pPr indent="-342900" lvl="6" marL="3200400" algn="l">
              <a:lnSpc>
                <a:spcPct val="100000"/>
              </a:lnSpc>
              <a:spcBef>
                <a:spcPts val="360"/>
              </a:spcBef>
              <a:spcAft>
                <a:spcPts val="0"/>
              </a:spcAft>
              <a:buClr>
                <a:srgbClr val="7F7F7F"/>
              </a:buClr>
              <a:buSzPts val="1800"/>
              <a:buChar char="•"/>
              <a:defRPr/>
            </a:lvl7pPr>
            <a:lvl8pPr indent="-342900" lvl="7" marL="3657600" algn="l">
              <a:lnSpc>
                <a:spcPct val="100000"/>
              </a:lnSpc>
              <a:spcBef>
                <a:spcPts val="360"/>
              </a:spcBef>
              <a:spcAft>
                <a:spcPts val="0"/>
              </a:spcAft>
              <a:buClr>
                <a:srgbClr val="7F7F7F"/>
              </a:buClr>
              <a:buSzPts val="1800"/>
              <a:buChar char="o"/>
              <a:defRPr/>
            </a:lvl8pPr>
            <a:lvl9pPr indent="-342900" lvl="8" marL="4114800" algn="l">
              <a:lnSpc>
                <a:spcPct val="100000"/>
              </a:lnSpc>
              <a:spcBef>
                <a:spcPts val="360"/>
              </a:spcBef>
              <a:spcAft>
                <a:spcPts val="0"/>
              </a:spcAft>
              <a:buClr>
                <a:srgbClr val="7F7F7F"/>
              </a:buClr>
              <a:buSzPts val="1800"/>
              <a:buChar char="•"/>
              <a:defRPr/>
            </a:lvl9pPr>
          </a:lstStyle>
          <a:p/>
        </p:txBody>
      </p:sp>
      <p:sp>
        <p:nvSpPr>
          <p:cNvPr id="161" name="Google Shape;161;p41"/>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41"/>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41"/>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E930"/>
            </a:gs>
            <a:gs pos="50000">
              <a:srgbClr val="F5B927"/>
            </a:gs>
            <a:gs pos="100000">
              <a:srgbClr val="F19C27"/>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0000">
              <a:schemeClr val="lt1"/>
            </a:gs>
            <a:gs pos="76000">
              <a:srgbClr val="F3F3F3"/>
            </a:gs>
            <a:gs pos="92000">
              <a:srgbClr val="D8D8D8"/>
            </a:gs>
            <a:gs pos="100000">
              <a:srgbClr val="D8D8D8"/>
            </a:gs>
          </a:gsLst>
          <a:path path="circle">
            <a:fillToRect b="50%" l="50%" r="50%" t="50%"/>
          </a:path>
          <a:tileRect/>
        </a:gradFill>
      </p:bgPr>
    </p:bg>
    <p:spTree>
      <p:nvGrpSpPr>
        <p:cNvPr id="84" name="Shape 84"/>
        <p:cNvGrpSpPr/>
        <p:nvPr/>
      </p:nvGrpSpPr>
      <p:grpSpPr>
        <a:xfrm>
          <a:off x="0" y="0"/>
          <a:ext cx="0" cy="0"/>
          <a:chOff x="0" y="0"/>
          <a:chExt cx="0" cy="0"/>
        </a:xfrm>
      </p:grpSpPr>
      <p:sp>
        <p:nvSpPr>
          <p:cNvPr id="85" name="Google Shape;85;p20"/>
          <p:cNvSpPr txBox="1"/>
          <p:nvPr>
            <p:ph type="title"/>
          </p:nvPr>
        </p:nvSpPr>
        <p:spPr>
          <a:xfrm>
            <a:off x="457200" y="0"/>
            <a:ext cx="8229600" cy="1200150"/>
          </a:xfrm>
          <a:prstGeom prst="rect">
            <a:avLst/>
          </a:prstGeom>
          <a:noFill/>
          <a:ln>
            <a:noFill/>
          </a:ln>
        </p:spPr>
        <p:txBody>
          <a:bodyPr anchorCtr="0" anchor="b" bIns="45700" lIns="91425" spcFirstLastPara="1" rIns="91425" wrap="square" tIns="45700">
            <a:noAutofit/>
          </a:bodyPr>
          <a:lstStyle>
            <a:lvl1pPr lvl="0" marR="0" rtl="0" algn="ctr">
              <a:lnSpc>
                <a:spcPct val="107407"/>
              </a:lnSpc>
              <a:spcBef>
                <a:spcPts val="0"/>
              </a:spcBef>
              <a:spcAft>
                <a:spcPts val="0"/>
              </a:spcAft>
              <a:buClr>
                <a:schemeClr val="dk2"/>
              </a:buClr>
              <a:buSzPts val="4050"/>
              <a:buFont typeface="Palatino Linotype"/>
              <a:buNone/>
              <a:defRPr b="0" i="0" sz="4050" u="none" cap="none" strike="noStrike">
                <a:solidFill>
                  <a:schemeClr val="dk2"/>
                </a:solidFill>
                <a:latin typeface="Palatino Linotype"/>
                <a:ea typeface="Palatino Linotype"/>
                <a:cs typeface="Palatino Linotype"/>
                <a:sym typeface="Palatino Linotyp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20"/>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360"/>
              </a:spcBef>
              <a:spcAft>
                <a:spcPts val="0"/>
              </a:spcAft>
              <a:buClr>
                <a:srgbClr val="7F7F7F"/>
              </a:buClr>
              <a:buSzPts val="1800"/>
              <a:buFont typeface="Arial"/>
              <a:buChar char="•"/>
              <a:defRPr b="0" i="0" sz="1800" u="none" cap="none" strike="noStrike">
                <a:solidFill>
                  <a:srgbClr val="7F7F7F"/>
                </a:solidFill>
                <a:latin typeface="Century Gothic"/>
                <a:ea typeface="Century Gothic"/>
                <a:cs typeface="Century Gothic"/>
                <a:sym typeface="Century Gothic"/>
              </a:defRPr>
            </a:lvl1pPr>
            <a:lvl2pPr indent="-304800" lvl="1" marL="914400" marR="0" rtl="0" algn="l">
              <a:lnSpc>
                <a:spcPct val="100000"/>
              </a:lnSpc>
              <a:spcBef>
                <a:spcPts val="240"/>
              </a:spcBef>
              <a:spcAft>
                <a:spcPts val="0"/>
              </a:spcAft>
              <a:buClr>
                <a:srgbClr val="7F7F7F"/>
              </a:buClr>
              <a:buSzPts val="1200"/>
              <a:buFont typeface="Courier New"/>
              <a:buChar char="o"/>
              <a:defRPr b="0" i="0" sz="1200" u="none" cap="none" strike="noStrike">
                <a:solidFill>
                  <a:srgbClr val="7F7F7F"/>
                </a:solidFill>
                <a:latin typeface="Century Gothic"/>
                <a:ea typeface="Century Gothic"/>
                <a:cs typeface="Century Gothic"/>
                <a:sym typeface="Century Gothic"/>
              </a:defRPr>
            </a:lvl2pPr>
            <a:lvl3pPr indent="-304800" lvl="2" marL="1371600" marR="0" rtl="0" algn="l">
              <a:lnSpc>
                <a:spcPct val="100000"/>
              </a:lnSpc>
              <a:spcBef>
                <a:spcPts val="240"/>
              </a:spcBef>
              <a:spcAft>
                <a:spcPts val="0"/>
              </a:spcAft>
              <a:buClr>
                <a:srgbClr val="7F7F7F"/>
              </a:buClr>
              <a:buSzPts val="1200"/>
              <a:buFont typeface="Arial"/>
              <a:buChar char="•"/>
              <a:defRPr b="0" i="0" sz="1200" u="none" cap="none" strike="noStrike">
                <a:solidFill>
                  <a:srgbClr val="7F7F7F"/>
                </a:solidFill>
                <a:latin typeface="Century Gothic"/>
                <a:ea typeface="Century Gothic"/>
                <a:cs typeface="Century Gothic"/>
                <a:sym typeface="Century Gothic"/>
              </a:defRPr>
            </a:lvl3pPr>
            <a:lvl4pPr indent="-304800" lvl="3" marL="1828800" marR="0" rtl="0" algn="l">
              <a:lnSpc>
                <a:spcPct val="100000"/>
              </a:lnSpc>
              <a:spcBef>
                <a:spcPts val="240"/>
              </a:spcBef>
              <a:spcAft>
                <a:spcPts val="0"/>
              </a:spcAft>
              <a:buClr>
                <a:srgbClr val="7F7F7F"/>
              </a:buClr>
              <a:buSzPts val="1200"/>
              <a:buFont typeface="Courier New"/>
              <a:buChar char="o"/>
              <a:defRPr b="0" i="0" sz="1200" u="none" cap="none" strike="noStrike">
                <a:solidFill>
                  <a:srgbClr val="7F7F7F"/>
                </a:solidFill>
                <a:latin typeface="Century Gothic"/>
                <a:ea typeface="Century Gothic"/>
                <a:cs typeface="Century Gothic"/>
                <a:sym typeface="Century Gothic"/>
              </a:defRPr>
            </a:lvl4pPr>
            <a:lvl5pPr indent="-304800" lvl="4" marL="2286000" marR="0" rtl="0" algn="l">
              <a:lnSpc>
                <a:spcPct val="100000"/>
              </a:lnSpc>
              <a:spcBef>
                <a:spcPts val="240"/>
              </a:spcBef>
              <a:spcAft>
                <a:spcPts val="0"/>
              </a:spcAft>
              <a:buClr>
                <a:srgbClr val="7F7F7F"/>
              </a:buClr>
              <a:buSzPts val="1200"/>
              <a:buFont typeface="Arial"/>
              <a:buChar char="•"/>
              <a:defRPr b="0" i="0" sz="1200" u="none" cap="none" strike="noStrike">
                <a:solidFill>
                  <a:srgbClr val="7F7F7F"/>
                </a:solidFill>
                <a:latin typeface="Century Gothic"/>
                <a:ea typeface="Century Gothic"/>
                <a:cs typeface="Century Gothic"/>
                <a:sym typeface="Century Gothic"/>
              </a:defRPr>
            </a:lvl5pPr>
            <a:lvl6pPr indent="-304800" lvl="5" marL="2743200" marR="0" rtl="0" algn="l">
              <a:lnSpc>
                <a:spcPct val="100000"/>
              </a:lnSpc>
              <a:spcBef>
                <a:spcPts val="240"/>
              </a:spcBef>
              <a:spcAft>
                <a:spcPts val="0"/>
              </a:spcAft>
              <a:buClr>
                <a:srgbClr val="7F7F7F"/>
              </a:buClr>
              <a:buSzPts val="1200"/>
              <a:buFont typeface="Courier New"/>
              <a:buChar char="o"/>
              <a:defRPr b="0" i="0" sz="1200" u="none" cap="none" strike="noStrike">
                <a:solidFill>
                  <a:srgbClr val="7F7F7F"/>
                </a:solidFill>
                <a:latin typeface="Century Gothic"/>
                <a:ea typeface="Century Gothic"/>
                <a:cs typeface="Century Gothic"/>
                <a:sym typeface="Century Gothic"/>
              </a:defRPr>
            </a:lvl6pPr>
            <a:lvl7pPr indent="-304800" lvl="6" marL="3200400" marR="0" rtl="0" algn="l">
              <a:lnSpc>
                <a:spcPct val="100000"/>
              </a:lnSpc>
              <a:spcBef>
                <a:spcPts val="240"/>
              </a:spcBef>
              <a:spcAft>
                <a:spcPts val="0"/>
              </a:spcAft>
              <a:buClr>
                <a:srgbClr val="7F7F7F"/>
              </a:buClr>
              <a:buSzPts val="1200"/>
              <a:buFont typeface="Arial"/>
              <a:buChar char="•"/>
              <a:defRPr b="0" i="0" sz="1200" u="none" cap="none" strike="noStrike">
                <a:solidFill>
                  <a:srgbClr val="7F7F7F"/>
                </a:solidFill>
                <a:latin typeface="Century Gothic"/>
                <a:ea typeface="Century Gothic"/>
                <a:cs typeface="Century Gothic"/>
                <a:sym typeface="Century Gothic"/>
              </a:defRPr>
            </a:lvl7pPr>
            <a:lvl8pPr indent="-304800" lvl="7" marL="3657600" marR="0" rtl="0" algn="l">
              <a:lnSpc>
                <a:spcPct val="100000"/>
              </a:lnSpc>
              <a:spcBef>
                <a:spcPts val="240"/>
              </a:spcBef>
              <a:spcAft>
                <a:spcPts val="0"/>
              </a:spcAft>
              <a:buClr>
                <a:srgbClr val="7F7F7F"/>
              </a:buClr>
              <a:buSzPts val="1200"/>
              <a:buFont typeface="Courier New"/>
              <a:buChar char="o"/>
              <a:defRPr b="0" i="0" sz="1200" u="none" cap="none" strike="noStrike">
                <a:solidFill>
                  <a:srgbClr val="7F7F7F"/>
                </a:solidFill>
                <a:latin typeface="Century Gothic"/>
                <a:ea typeface="Century Gothic"/>
                <a:cs typeface="Century Gothic"/>
                <a:sym typeface="Century Gothic"/>
              </a:defRPr>
            </a:lvl8pPr>
            <a:lvl9pPr indent="-304800" lvl="8" marL="4114800" marR="0" rtl="0" algn="l">
              <a:lnSpc>
                <a:spcPct val="100000"/>
              </a:lnSpc>
              <a:spcBef>
                <a:spcPts val="240"/>
              </a:spcBef>
              <a:spcAft>
                <a:spcPts val="0"/>
              </a:spcAft>
              <a:buClr>
                <a:srgbClr val="7F7F7F"/>
              </a:buClr>
              <a:buSzPts val="1200"/>
              <a:buFont typeface="Arial"/>
              <a:buChar char="•"/>
              <a:defRPr b="0" i="0" sz="1200" u="none" cap="none" strike="noStrike">
                <a:solidFill>
                  <a:srgbClr val="7F7F7F"/>
                </a:solidFill>
                <a:latin typeface="Century Gothic"/>
                <a:ea typeface="Century Gothic"/>
                <a:cs typeface="Century Gothic"/>
                <a:sym typeface="Century Gothic"/>
              </a:defRPr>
            </a:lvl9pPr>
          </a:lstStyle>
          <a:p/>
        </p:txBody>
      </p:sp>
      <p:sp>
        <p:nvSpPr>
          <p:cNvPr id="87" name="Google Shape;87;p20"/>
          <p:cNvSpPr txBox="1"/>
          <p:nvPr>
            <p:ph idx="10" type="dt"/>
          </p:nvPr>
        </p:nvSpPr>
        <p:spPr>
          <a:xfrm>
            <a:off x="6363347" y="4767264"/>
            <a:ext cx="2085975" cy="273844"/>
          </a:xfrm>
          <a:prstGeom prst="rect">
            <a:avLst/>
          </a:prstGeom>
          <a:noFill/>
          <a:ln>
            <a:noFill/>
          </a:ln>
        </p:spPr>
        <p:txBody>
          <a:bodyPr anchorCtr="0" anchor="ctr" bIns="45700" lIns="91425" spcFirstLastPara="1" rIns="45700"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rgbClr val="595959"/>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88" name="Google Shape;88;p20"/>
          <p:cNvSpPr txBox="1"/>
          <p:nvPr>
            <p:ph idx="11" type="ftr"/>
          </p:nvPr>
        </p:nvSpPr>
        <p:spPr>
          <a:xfrm>
            <a:off x="659165" y="4767264"/>
            <a:ext cx="2847975" cy="273844"/>
          </a:xfrm>
          <a:prstGeom prst="rect">
            <a:avLst/>
          </a:prstGeom>
          <a:noFill/>
          <a:ln>
            <a:noFill/>
          </a:ln>
        </p:spPr>
        <p:txBody>
          <a:bodyPr anchorCtr="0" anchor="ctr" bIns="45700" lIns="45700"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595959"/>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89" name="Google Shape;89;p20"/>
          <p:cNvSpPr txBox="1"/>
          <p:nvPr>
            <p:ph idx="12" type="sldNum"/>
          </p:nvPr>
        </p:nvSpPr>
        <p:spPr>
          <a:xfrm>
            <a:off x="8543279" y="4767264"/>
            <a:ext cx="561975" cy="273844"/>
          </a:xfrm>
          <a:prstGeom prst="rect">
            <a:avLst/>
          </a:prstGeom>
          <a:noFill/>
          <a:ln>
            <a:noFill/>
          </a:ln>
        </p:spPr>
        <p:txBody>
          <a:bodyPr anchorCtr="0" anchor="ctr" bIns="45700" lIns="27425" spcFirstLastPara="1" rIns="45700" wrap="square" tIns="45700">
            <a:noAutofit/>
          </a:bodyPr>
          <a:lstStyle>
            <a:lvl1pPr indent="0" lvl="0"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1pPr>
            <a:lvl2pPr indent="0" lvl="1"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2pPr>
            <a:lvl3pPr indent="0" lvl="2"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3pPr>
            <a:lvl4pPr indent="0" lvl="3"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4pPr>
            <a:lvl5pPr indent="0" lvl="4"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5pPr>
            <a:lvl6pPr indent="0" lvl="5"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6pPr>
            <a:lvl7pPr indent="0" lvl="6"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7pPr>
            <a:lvl8pPr indent="0" lvl="7"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8pPr>
            <a:lvl9pPr indent="0" lvl="8" marL="0" marR="0" rtl="0" algn="l">
              <a:lnSpc>
                <a:spcPct val="100000"/>
              </a:lnSpc>
              <a:spcBef>
                <a:spcPts val="0"/>
              </a:spcBef>
              <a:spcAft>
                <a:spcPts val="0"/>
              </a:spcAft>
              <a:buClr>
                <a:srgbClr val="000000"/>
              </a:buClr>
              <a:buSzPts val="900"/>
              <a:buFont typeface="Arial"/>
              <a:buNone/>
              <a:defRPr b="0" i="0" sz="9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
        <p:nvSpPr>
          <p:cNvPr id="90" name="Google Shape;90;p20"/>
          <p:cNvSpPr/>
          <p:nvPr/>
        </p:nvSpPr>
        <p:spPr>
          <a:xfrm>
            <a:off x="8457761" y="4874538"/>
            <a:ext cx="84772" cy="63579"/>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Palatino Linotype"/>
              <a:ea typeface="Palatino Linotype"/>
              <a:cs typeface="Palatino Linotype"/>
              <a:sym typeface="Palatino Linotype"/>
            </a:endParaRPr>
          </a:p>
        </p:txBody>
      </p:sp>
      <p:sp>
        <p:nvSpPr>
          <p:cNvPr id="91" name="Google Shape;91;p20"/>
          <p:cNvSpPr/>
          <p:nvPr/>
        </p:nvSpPr>
        <p:spPr>
          <a:xfrm>
            <a:off x="569120" y="4874538"/>
            <a:ext cx="84772" cy="63579"/>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FFFFFF"/>
              </a:solidFill>
              <a:latin typeface="Palatino Linotype"/>
              <a:ea typeface="Palatino Linotype"/>
              <a:cs typeface="Palatino Linotype"/>
              <a:sym typeface="Palatino Linotype"/>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1.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4.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1.png"/><Relationship Id="rId10"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png"/><Relationship Id="rId11" Type="http://schemas.openxmlformats.org/officeDocument/2006/relationships/image" Target="../media/image14.png"/><Relationship Id="rId10"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 Id="rId10" Type="http://schemas.openxmlformats.org/officeDocument/2006/relationships/image" Target="../media/image14.png"/><Relationship Id="rId9"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4.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14.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7.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
          <p:cNvSpPr txBox="1"/>
          <p:nvPr/>
        </p:nvSpPr>
        <p:spPr>
          <a:xfrm>
            <a:off x="457200" y="780490"/>
            <a:ext cx="8229600" cy="179126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3800"/>
              <a:buFont typeface="Arial"/>
              <a:buNone/>
            </a:pPr>
            <a:r>
              <a:rPr b="0" i="0" lang="en-US" sz="13800" u="none" cap="none" strike="noStrike">
                <a:solidFill>
                  <a:schemeClr val="lt1"/>
                </a:solidFill>
                <a:latin typeface="Corben"/>
                <a:ea typeface="Corben"/>
                <a:cs typeface="Corben"/>
                <a:sym typeface="Corben"/>
              </a:rPr>
              <a:t>Line</a:t>
            </a:r>
            <a:endParaRPr b="0" i="0" sz="1400" u="none" cap="none" strike="noStrike">
              <a:solidFill>
                <a:srgbClr val="000000"/>
              </a:solidFill>
              <a:latin typeface="Arial"/>
              <a:ea typeface="Arial"/>
              <a:cs typeface="Arial"/>
              <a:sym typeface="Arial"/>
            </a:endParaRPr>
          </a:p>
        </p:txBody>
      </p:sp>
      <p:pic>
        <p:nvPicPr>
          <p:cNvPr id="170" name="Google Shape;170;p1"/>
          <p:cNvPicPr preferRelativeResize="0"/>
          <p:nvPr/>
        </p:nvPicPr>
        <p:blipFill rotWithShape="1">
          <a:blip r:embed="rId4">
            <a:alphaModFix/>
          </a:blip>
          <a:srcRect b="0" l="0" r="0" t="0"/>
          <a:stretch/>
        </p:blipFill>
        <p:spPr>
          <a:xfrm>
            <a:off x="444500" y="2018275"/>
            <a:ext cx="8255000" cy="2882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2"/>
          <p:cNvSpPr txBox="1"/>
          <p:nvPr/>
        </p:nvSpPr>
        <p:spPr>
          <a:xfrm>
            <a:off x="0" y="0"/>
            <a:ext cx="9144000" cy="2917722"/>
          </a:xfrm>
          <a:prstGeom prst="rect">
            <a:avLst/>
          </a:prstGeom>
          <a:solidFill>
            <a:srgbClr val="FFF0CD"/>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800"/>
              <a:buFont typeface="Arial"/>
              <a:buNone/>
            </a:pPr>
            <a:r>
              <a:rPr b="1" i="0" lang="en-US" sz="4800" u="none" cap="none" strike="noStrike">
                <a:solidFill>
                  <a:srgbClr val="000000"/>
                </a:solidFill>
                <a:latin typeface="Comic Sans MS"/>
                <a:ea typeface="Comic Sans MS"/>
                <a:cs typeface="Comic Sans MS"/>
                <a:sym typeface="Comic Sans MS"/>
              </a:rPr>
              <a:t>Put your cards in a line </a:t>
            </a:r>
            <a:br>
              <a:rPr b="1" i="0" lang="en-US" sz="4800" u="none" cap="none" strike="noStrike">
                <a:solidFill>
                  <a:srgbClr val="000000"/>
                </a:solidFill>
                <a:latin typeface="Comic Sans MS"/>
                <a:ea typeface="Comic Sans MS"/>
                <a:cs typeface="Comic Sans MS"/>
                <a:sym typeface="Comic Sans MS"/>
              </a:rPr>
            </a:br>
            <a:r>
              <a:rPr b="1" i="0" lang="en-US" sz="4800" u="none" cap="none" strike="noStrike">
                <a:solidFill>
                  <a:srgbClr val="000000"/>
                </a:solidFill>
                <a:latin typeface="Comic Sans MS"/>
                <a:ea typeface="Comic Sans MS"/>
                <a:cs typeface="Comic Sans MS"/>
                <a:sym typeface="Comic Sans MS"/>
              </a:rPr>
              <a:t>in any order.</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5400"/>
              <a:buFont typeface="Arial"/>
              <a:buNone/>
            </a:pPr>
            <a:r>
              <a:rPr b="1" i="0" lang="en-US" sz="5400" u="none" cap="none" strike="noStrike">
                <a:solidFill>
                  <a:srgbClr val="000000"/>
                </a:solidFill>
                <a:latin typeface="Comic Sans MS"/>
                <a:ea typeface="Comic Sans MS"/>
                <a:cs typeface="Comic Sans MS"/>
                <a:sym typeface="Comic Sans MS"/>
              </a:rPr>
              <a:t>카드를 어떤 순서로든 줄을 서세요.</a:t>
            </a:r>
            <a:endParaRPr b="1" i="0" sz="5400" u="none" cap="none" strike="noStrike">
              <a:solidFill>
                <a:srgbClr val="000000"/>
              </a:solidFill>
              <a:latin typeface="Comic Sans MS"/>
              <a:ea typeface="Comic Sans MS"/>
              <a:cs typeface="Comic Sans MS"/>
              <a:sym typeface="Comic Sans MS"/>
            </a:endParaRPr>
          </a:p>
        </p:txBody>
      </p:sp>
      <p:pic>
        <p:nvPicPr>
          <p:cNvPr id="177" name="Google Shape;177;p2"/>
          <p:cNvPicPr preferRelativeResize="0"/>
          <p:nvPr/>
        </p:nvPicPr>
        <p:blipFill>
          <a:blip r:embed="rId4">
            <a:alphaModFix/>
          </a:blip>
          <a:stretch>
            <a:fillRect/>
          </a:stretch>
        </p:blipFill>
        <p:spPr>
          <a:xfrm>
            <a:off x="793975" y="3227747"/>
            <a:ext cx="1123950" cy="1562100"/>
          </a:xfrm>
          <a:prstGeom prst="rect">
            <a:avLst/>
          </a:prstGeom>
          <a:noFill/>
          <a:ln>
            <a:noFill/>
          </a:ln>
        </p:spPr>
      </p:pic>
      <p:pic>
        <p:nvPicPr>
          <p:cNvPr id="178" name="Google Shape;178;p2"/>
          <p:cNvPicPr preferRelativeResize="0"/>
          <p:nvPr/>
        </p:nvPicPr>
        <p:blipFill>
          <a:blip r:embed="rId5">
            <a:alphaModFix/>
          </a:blip>
          <a:stretch>
            <a:fillRect/>
          </a:stretch>
        </p:blipFill>
        <p:spPr>
          <a:xfrm>
            <a:off x="2091825" y="3246797"/>
            <a:ext cx="1047750" cy="1524000"/>
          </a:xfrm>
          <a:prstGeom prst="rect">
            <a:avLst/>
          </a:prstGeom>
          <a:noFill/>
          <a:ln>
            <a:noFill/>
          </a:ln>
        </p:spPr>
      </p:pic>
      <p:pic>
        <p:nvPicPr>
          <p:cNvPr id="179" name="Google Shape;179;p2"/>
          <p:cNvPicPr preferRelativeResize="0"/>
          <p:nvPr/>
        </p:nvPicPr>
        <p:blipFill>
          <a:blip r:embed="rId6">
            <a:alphaModFix/>
          </a:blip>
          <a:stretch>
            <a:fillRect/>
          </a:stretch>
        </p:blipFill>
        <p:spPr>
          <a:xfrm>
            <a:off x="3313475" y="3242035"/>
            <a:ext cx="1123950" cy="1533525"/>
          </a:xfrm>
          <a:prstGeom prst="rect">
            <a:avLst/>
          </a:prstGeom>
          <a:noFill/>
          <a:ln>
            <a:noFill/>
          </a:ln>
        </p:spPr>
      </p:pic>
      <p:pic>
        <p:nvPicPr>
          <p:cNvPr id="180" name="Google Shape;180;p2"/>
          <p:cNvPicPr preferRelativeResize="0"/>
          <p:nvPr/>
        </p:nvPicPr>
        <p:blipFill>
          <a:blip r:embed="rId7">
            <a:alphaModFix/>
          </a:blip>
          <a:stretch>
            <a:fillRect/>
          </a:stretch>
        </p:blipFill>
        <p:spPr>
          <a:xfrm>
            <a:off x="4611325" y="3242035"/>
            <a:ext cx="1152525" cy="1533525"/>
          </a:xfrm>
          <a:prstGeom prst="rect">
            <a:avLst/>
          </a:prstGeom>
          <a:noFill/>
          <a:ln>
            <a:noFill/>
          </a:ln>
        </p:spPr>
      </p:pic>
      <p:pic>
        <p:nvPicPr>
          <p:cNvPr id="181" name="Google Shape;181;p2"/>
          <p:cNvPicPr preferRelativeResize="0"/>
          <p:nvPr/>
        </p:nvPicPr>
        <p:blipFill>
          <a:blip r:embed="rId8">
            <a:alphaModFix/>
          </a:blip>
          <a:stretch>
            <a:fillRect/>
          </a:stretch>
        </p:blipFill>
        <p:spPr>
          <a:xfrm>
            <a:off x="5937750" y="3237260"/>
            <a:ext cx="1123950" cy="1543050"/>
          </a:xfrm>
          <a:prstGeom prst="rect">
            <a:avLst/>
          </a:prstGeom>
          <a:noFill/>
          <a:ln>
            <a:noFill/>
          </a:ln>
        </p:spPr>
      </p:pic>
      <p:pic>
        <p:nvPicPr>
          <p:cNvPr id="182" name="Google Shape;182;p2"/>
          <p:cNvPicPr preferRelativeResize="0"/>
          <p:nvPr/>
        </p:nvPicPr>
        <p:blipFill>
          <a:blip r:embed="rId9">
            <a:alphaModFix/>
          </a:blip>
          <a:stretch>
            <a:fillRect/>
          </a:stretch>
        </p:blipFill>
        <p:spPr>
          <a:xfrm>
            <a:off x="7235600" y="3242035"/>
            <a:ext cx="1114425" cy="1533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3"/>
          <p:cNvSpPr/>
          <p:nvPr/>
        </p:nvSpPr>
        <p:spPr>
          <a:xfrm>
            <a:off x="4554279" y="1123950"/>
            <a:ext cx="3276600" cy="1676400"/>
          </a:xfrm>
          <a:prstGeom prst="wedgeRoundRectCallout">
            <a:avLst>
              <a:gd fmla="val 35630" name="adj1"/>
              <a:gd fmla="val 69702" name="adj2"/>
              <a:gd fmla="val 16667" name="adj3"/>
            </a:avLst>
          </a:prstGeom>
          <a:solidFill>
            <a:srgbClr val="E5F5D7"/>
          </a:solidFill>
          <a:ln cap="flat" cmpd="sng" w="571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600"/>
              <a:buFont typeface="Arial"/>
              <a:buNone/>
            </a:pPr>
            <a:r>
              <a:rPr b="1" lang="en-US" sz="3600">
                <a:solidFill>
                  <a:srgbClr val="0C0C0C"/>
                </a:solidFill>
                <a:latin typeface="Comic Sans MS"/>
                <a:ea typeface="Comic Sans MS"/>
                <a:cs typeface="Comic Sans MS"/>
                <a:sym typeface="Comic Sans MS"/>
              </a:rPr>
              <a:t>go to the farm</a:t>
            </a:r>
            <a:endParaRPr b="1" i="0" sz="3600" u="none" cap="none" strike="noStrike">
              <a:solidFill>
                <a:srgbClr val="0C0C0C"/>
              </a:solidFill>
              <a:latin typeface="Comic Sans MS"/>
              <a:ea typeface="Comic Sans MS"/>
              <a:cs typeface="Comic Sans MS"/>
              <a:sym typeface="Comic Sans MS"/>
            </a:endParaRPr>
          </a:p>
        </p:txBody>
      </p:sp>
      <p:pic>
        <p:nvPicPr>
          <p:cNvPr id="189" name="Google Shape;189;p3"/>
          <p:cNvPicPr preferRelativeResize="0"/>
          <p:nvPr/>
        </p:nvPicPr>
        <p:blipFill rotWithShape="1">
          <a:blip r:embed="rId4">
            <a:alphaModFix/>
          </a:blip>
          <a:srcRect b="0" l="0" r="0" t="0"/>
          <a:stretch/>
        </p:blipFill>
        <p:spPr>
          <a:xfrm>
            <a:off x="6553200" y="2800350"/>
            <a:ext cx="2362200" cy="2362200"/>
          </a:xfrm>
          <a:prstGeom prst="rect">
            <a:avLst/>
          </a:prstGeom>
          <a:noFill/>
          <a:ln>
            <a:noFill/>
          </a:ln>
        </p:spPr>
      </p:pic>
      <p:pic>
        <p:nvPicPr>
          <p:cNvPr id="190" name="Google Shape;190;p3"/>
          <p:cNvPicPr preferRelativeResize="0"/>
          <p:nvPr/>
        </p:nvPicPr>
        <p:blipFill rotWithShape="1">
          <a:blip r:embed="rId5">
            <a:alphaModFix/>
          </a:blip>
          <a:srcRect b="0" l="0" r="0" t="0"/>
          <a:stretch/>
        </p:blipFill>
        <p:spPr>
          <a:xfrm>
            <a:off x="74429" y="3324004"/>
            <a:ext cx="4085658" cy="1838546"/>
          </a:xfrm>
          <a:prstGeom prst="rect">
            <a:avLst/>
          </a:prstGeom>
          <a:noFill/>
          <a:ln>
            <a:noFill/>
          </a:ln>
        </p:spPr>
      </p:pic>
      <p:sp>
        <p:nvSpPr>
          <p:cNvPr id="191" name="Google Shape;191;p3"/>
          <p:cNvSpPr txBox="1"/>
          <p:nvPr/>
        </p:nvSpPr>
        <p:spPr>
          <a:xfrm>
            <a:off x="74429" y="819150"/>
            <a:ext cx="4419600" cy="1421928"/>
          </a:xfrm>
          <a:prstGeom prst="rect">
            <a:avLst/>
          </a:prstGeom>
          <a:solidFill>
            <a:srgbClr val="FFF0CD"/>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800"/>
              <a:buFont typeface="Arial"/>
              <a:buNone/>
            </a:pPr>
            <a:r>
              <a:rPr b="1" i="0" lang="en-US" sz="4800" u="sng" cap="none" strike="noStrike">
                <a:solidFill>
                  <a:srgbClr val="000000"/>
                </a:solidFill>
                <a:latin typeface="Comic Sans MS"/>
                <a:ea typeface="Comic Sans MS"/>
                <a:cs typeface="Comic Sans MS"/>
                <a:sym typeface="Comic Sans MS"/>
              </a:rPr>
              <a:t>Listen</a:t>
            </a:r>
            <a:r>
              <a:rPr b="1" i="0" lang="en-US" sz="4800" u="none" cap="none" strike="noStrike">
                <a:solidFill>
                  <a:srgbClr val="000000"/>
                </a:solidFill>
                <a:latin typeface="Comic Sans MS"/>
                <a:ea typeface="Comic Sans MS"/>
                <a:cs typeface="Comic Sans MS"/>
                <a:sym typeface="Comic Sans MS"/>
              </a:rPr>
              <a:t> to the teacher.</a:t>
            </a:r>
            <a:endParaRPr b="1" i="0" sz="5400" u="none" cap="none" strike="noStrike">
              <a:solidFill>
                <a:srgbClr val="000000"/>
              </a:solidFill>
              <a:latin typeface="Comic Sans MS"/>
              <a:ea typeface="Comic Sans MS"/>
              <a:cs typeface="Comic Sans MS"/>
              <a:sym typeface="Comic Sans M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sp>
        <p:nvSpPr>
          <p:cNvPr id="197" name="Google Shape;197;p4"/>
          <p:cNvSpPr txBox="1"/>
          <p:nvPr/>
        </p:nvSpPr>
        <p:spPr>
          <a:xfrm>
            <a:off x="0" y="485025"/>
            <a:ext cx="9144000" cy="2086725"/>
          </a:xfrm>
          <a:prstGeom prst="rect">
            <a:avLst/>
          </a:prstGeom>
          <a:solidFill>
            <a:srgbClr val="FFF0CD"/>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Comic Sans MS"/>
                <a:ea typeface="Comic Sans MS"/>
                <a:cs typeface="Comic Sans MS"/>
                <a:sym typeface="Comic Sans MS"/>
              </a:rPr>
              <a:t>If the word/sentence I say is at either end of your line, take away that card.</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Comic Sans MS"/>
                <a:ea typeface="Comic Sans MS"/>
                <a:cs typeface="Comic Sans MS"/>
                <a:sym typeface="Comic Sans MS"/>
              </a:rPr>
              <a:t>만약 내가 말한 단어가 당신 행의 어느 한 쪽 끝에 있다면, 그 카드를 가져가라.</a:t>
            </a:r>
            <a:endParaRPr b="1" i="0" sz="3600" u="none" cap="none" strike="noStrike">
              <a:solidFill>
                <a:srgbClr val="000000"/>
              </a:solidFill>
              <a:latin typeface="Comic Sans MS"/>
              <a:ea typeface="Comic Sans MS"/>
              <a:cs typeface="Comic Sans MS"/>
              <a:sym typeface="Comic Sans MS"/>
            </a:endParaRPr>
          </a:p>
        </p:txBody>
      </p:sp>
      <p:pic>
        <p:nvPicPr>
          <p:cNvPr id="198" name="Google Shape;198;p4"/>
          <p:cNvPicPr preferRelativeResize="0"/>
          <p:nvPr/>
        </p:nvPicPr>
        <p:blipFill>
          <a:blip r:embed="rId4">
            <a:alphaModFix/>
          </a:blip>
          <a:stretch>
            <a:fillRect/>
          </a:stretch>
        </p:blipFill>
        <p:spPr>
          <a:xfrm>
            <a:off x="793975" y="3227747"/>
            <a:ext cx="1123950" cy="1562100"/>
          </a:xfrm>
          <a:prstGeom prst="rect">
            <a:avLst/>
          </a:prstGeom>
          <a:noFill/>
          <a:ln>
            <a:noFill/>
          </a:ln>
        </p:spPr>
      </p:pic>
      <p:pic>
        <p:nvPicPr>
          <p:cNvPr id="199" name="Google Shape;199;p4"/>
          <p:cNvPicPr preferRelativeResize="0"/>
          <p:nvPr/>
        </p:nvPicPr>
        <p:blipFill>
          <a:blip r:embed="rId5">
            <a:alphaModFix/>
          </a:blip>
          <a:stretch>
            <a:fillRect/>
          </a:stretch>
        </p:blipFill>
        <p:spPr>
          <a:xfrm>
            <a:off x="2091825" y="3246797"/>
            <a:ext cx="1047750" cy="1524000"/>
          </a:xfrm>
          <a:prstGeom prst="rect">
            <a:avLst/>
          </a:prstGeom>
          <a:noFill/>
          <a:ln>
            <a:noFill/>
          </a:ln>
        </p:spPr>
      </p:pic>
      <p:pic>
        <p:nvPicPr>
          <p:cNvPr id="200" name="Google Shape;200;p4"/>
          <p:cNvPicPr preferRelativeResize="0"/>
          <p:nvPr/>
        </p:nvPicPr>
        <p:blipFill>
          <a:blip r:embed="rId6">
            <a:alphaModFix/>
          </a:blip>
          <a:stretch>
            <a:fillRect/>
          </a:stretch>
        </p:blipFill>
        <p:spPr>
          <a:xfrm>
            <a:off x="3313475" y="3242035"/>
            <a:ext cx="1123950" cy="1533525"/>
          </a:xfrm>
          <a:prstGeom prst="rect">
            <a:avLst/>
          </a:prstGeom>
          <a:noFill/>
          <a:ln>
            <a:noFill/>
          </a:ln>
        </p:spPr>
      </p:pic>
      <p:pic>
        <p:nvPicPr>
          <p:cNvPr id="201" name="Google Shape;201;p4"/>
          <p:cNvPicPr preferRelativeResize="0"/>
          <p:nvPr/>
        </p:nvPicPr>
        <p:blipFill>
          <a:blip r:embed="rId7">
            <a:alphaModFix/>
          </a:blip>
          <a:stretch>
            <a:fillRect/>
          </a:stretch>
        </p:blipFill>
        <p:spPr>
          <a:xfrm>
            <a:off x="4611325" y="3242035"/>
            <a:ext cx="1152525" cy="1533525"/>
          </a:xfrm>
          <a:prstGeom prst="rect">
            <a:avLst/>
          </a:prstGeom>
          <a:noFill/>
          <a:ln>
            <a:noFill/>
          </a:ln>
        </p:spPr>
      </p:pic>
      <p:pic>
        <p:nvPicPr>
          <p:cNvPr id="202" name="Google Shape;202;p4"/>
          <p:cNvPicPr preferRelativeResize="0"/>
          <p:nvPr/>
        </p:nvPicPr>
        <p:blipFill>
          <a:blip r:embed="rId8">
            <a:alphaModFix/>
          </a:blip>
          <a:stretch>
            <a:fillRect/>
          </a:stretch>
        </p:blipFill>
        <p:spPr>
          <a:xfrm>
            <a:off x="5937750" y="3237260"/>
            <a:ext cx="1123950" cy="1543050"/>
          </a:xfrm>
          <a:prstGeom prst="rect">
            <a:avLst/>
          </a:prstGeom>
          <a:noFill/>
          <a:ln>
            <a:noFill/>
          </a:ln>
        </p:spPr>
      </p:pic>
      <p:pic>
        <p:nvPicPr>
          <p:cNvPr id="203" name="Google Shape;203;p4"/>
          <p:cNvPicPr preferRelativeResize="0"/>
          <p:nvPr/>
        </p:nvPicPr>
        <p:blipFill>
          <a:blip r:embed="rId9">
            <a:alphaModFix/>
          </a:blip>
          <a:stretch>
            <a:fillRect/>
          </a:stretch>
        </p:blipFill>
        <p:spPr>
          <a:xfrm>
            <a:off x="7235600" y="3242035"/>
            <a:ext cx="1114425" cy="1533525"/>
          </a:xfrm>
          <a:prstGeom prst="rect">
            <a:avLst/>
          </a:prstGeom>
          <a:noFill/>
          <a:ln>
            <a:noFill/>
          </a:ln>
        </p:spPr>
      </p:pic>
      <p:sp>
        <p:nvSpPr>
          <p:cNvPr id="204" name="Google Shape;204;p4"/>
          <p:cNvSpPr/>
          <p:nvPr/>
        </p:nvSpPr>
        <p:spPr>
          <a:xfrm>
            <a:off x="534550" y="3105276"/>
            <a:ext cx="1642800" cy="1794600"/>
          </a:xfrm>
          <a:prstGeom prst="ellipse">
            <a:avLst/>
          </a:prstGeom>
          <a:noFill/>
          <a:ln cap="flat" cmpd="sng" w="1270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5" name="Google Shape;205;p4"/>
          <p:cNvSpPr/>
          <p:nvPr/>
        </p:nvSpPr>
        <p:spPr>
          <a:xfrm>
            <a:off x="6971425" y="3139974"/>
            <a:ext cx="1642800" cy="1794600"/>
          </a:xfrm>
          <a:prstGeom prst="ellipse">
            <a:avLst/>
          </a:prstGeom>
          <a:noFill/>
          <a:ln cap="flat" cmpd="sng" w="1270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Image result for check mark&quot;" id="206" name="Google Shape;206;p4"/>
          <p:cNvPicPr preferRelativeResize="0"/>
          <p:nvPr/>
        </p:nvPicPr>
        <p:blipFill rotWithShape="1">
          <a:blip r:embed="rId10">
            <a:alphaModFix/>
          </a:blip>
          <a:srcRect b="0" l="0" r="0" t="0"/>
          <a:stretch/>
        </p:blipFill>
        <p:spPr>
          <a:xfrm>
            <a:off x="7249941" y="3227751"/>
            <a:ext cx="1085754" cy="10857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4"/>
                                        </p:tgtEl>
                                      </p:cBhvr>
                                    </p:animEffect>
                                    <p:set>
                                      <p:cBhvr>
                                        <p:cTn dur="1" fill="hold">
                                          <p:stCondLst>
                                            <p:cond delay="500"/>
                                          </p:stCondLst>
                                        </p:cTn>
                                        <p:tgtEl>
                                          <p:spTgt spid="2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sp>
        <p:nvSpPr>
          <p:cNvPr id="212" name="Google Shape;212;p5"/>
          <p:cNvSpPr txBox="1"/>
          <p:nvPr/>
        </p:nvSpPr>
        <p:spPr>
          <a:xfrm>
            <a:off x="0" y="0"/>
            <a:ext cx="9144000" cy="2640723"/>
          </a:xfrm>
          <a:prstGeom prst="rect">
            <a:avLst/>
          </a:prstGeom>
          <a:solidFill>
            <a:srgbClr val="FFF0CD"/>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400"/>
              <a:buFont typeface="Arial"/>
              <a:buNone/>
            </a:pPr>
            <a:r>
              <a:rPr b="1" i="0" lang="en-US" sz="4400" u="none" cap="none" strike="noStrike">
                <a:solidFill>
                  <a:srgbClr val="0C0C0C"/>
                </a:solidFill>
                <a:latin typeface="Comic Sans MS"/>
                <a:ea typeface="Comic Sans MS"/>
                <a:cs typeface="Comic Sans MS"/>
                <a:sym typeface="Comic Sans MS"/>
              </a:rPr>
              <a:t>You can't take away middle cards. Only cards at the ends.</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4800"/>
              <a:buFont typeface="Arial"/>
              <a:buNone/>
            </a:pPr>
            <a:r>
              <a:rPr b="1" i="0" lang="en-US" sz="4800" u="none" cap="none" strike="noStrike">
                <a:solidFill>
                  <a:srgbClr val="0C0C0C"/>
                </a:solidFill>
                <a:latin typeface="Comic Sans MS"/>
                <a:ea typeface="Comic Sans MS"/>
                <a:cs typeface="Comic Sans MS"/>
                <a:sym typeface="Comic Sans MS"/>
              </a:rPr>
              <a:t>중간 카드를 빼면 안 돼요. 끝에 카드만.</a:t>
            </a:r>
            <a:endParaRPr b="1" i="0" sz="4800" u="none" cap="none" strike="noStrike">
              <a:solidFill>
                <a:srgbClr val="0C0C0C"/>
              </a:solidFill>
              <a:latin typeface="Comic Sans MS"/>
              <a:ea typeface="Comic Sans MS"/>
              <a:cs typeface="Comic Sans MS"/>
              <a:sym typeface="Comic Sans MS"/>
            </a:endParaRPr>
          </a:p>
        </p:txBody>
      </p:sp>
      <p:pic>
        <p:nvPicPr>
          <p:cNvPr id="213" name="Google Shape;213;p5"/>
          <p:cNvPicPr preferRelativeResize="0"/>
          <p:nvPr/>
        </p:nvPicPr>
        <p:blipFill>
          <a:blip r:embed="rId4">
            <a:alphaModFix/>
          </a:blip>
          <a:stretch>
            <a:fillRect/>
          </a:stretch>
        </p:blipFill>
        <p:spPr>
          <a:xfrm>
            <a:off x="793975" y="3227747"/>
            <a:ext cx="1123950" cy="1562100"/>
          </a:xfrm>
          <a:prstGeom prst="rect">
            <a:avLst/>
          </a:prstGeom>
          <a:noFill/>
          <a:ln>
            <a:noFill/>
          </a:ln>
        </p:spPr>
      </p:pic>
      <p:pic>
        <p:nvPicPr>
          <p:cNvPr id="214" name="Google Shape;214;p5"/>
          <p:cNvPicPr preferRelativeResize="0"/>
          <p:nvPr/>
        </p:nvPicPr>
        <p:blipFill>
          <a:blip r:embed="rId5">
            <a:alphaModFix/>
          </a:blip>
          <a:stretch>
            <a:fillRect/>
          </a:stretch>
        </p:blipFill>
        <p:spPr>
          <a:xfrm>
            <a:off x="2091825" y="3246797"/>
            <a:ext cx="1047750" cy="1524000"/>
          </a:xfrm>
          <a:prstGeom prst="rect">
            <a:avLst/>
          </a:prstGeom>
          <a:noFill/>
          <a:ln>
            <a:noFill/>
          </a:ln>
        </p:spPr>
      </p:pic>
      <p:pic>
        <p:nvPicPr>
          <p:cNvPr id="215" name="Google Shape;215;p5"/>
          <p:cNvPicPr preferRelativeResize="0"/>
          <p:nvPr/>
        </p:nvPicPr>
        <p:blipFill>
          <a:blip r:embed="rId6">
            <a:alphaModFix/>
          </a:blip>
          <a:stretch>
            <a:fillRect/>
          </a:stretch>
        </p:blipFill>
        <p:spPr>
          <a:xfrm>
            <a:off x="3313475" y="3242035"/>
            <a:ext cx="1123950" cy="1533525"/>
          </a:xfrm>
          <a:prstGeom prst="rect">
            <a:avLst/>
          </a:prstGeom>
          <a:noFill/>
          <a:ln>
            <a:noFill/>
          </a:ln>
        </p:spPr>
      </p:pic>
      <p:pic>
        <p:nvPicPr>
          <p:cNvPr id="216" name="Google Shape;216;p5"/>
          <p:cNvPicPr preferRelativeResize="0"/>
          <p:nvPr/>
        </p:nvPicPr>
        <p:blipFill>
          <a:blip r:embed="rId7">
            <a:alphaModFix/>
          </a:blip>
          <a:stretch>
            <a:fillRect/>
          </a:stretch>
        </p:blipFill>
        <p:spPr>
          <a:xfrm>
            <a:off x="4611325" y="3242035"/>
            <a:ext cx="1152525" cy="1533525"/>
          </a:xfrm>
          <a:prstGeom prst="rect">
            <a:avLst/>
          </a:prstGeom>
          <a:noFill/>
          <a:ln>
            <a:noFill/>
          </a:ln>
        </p:spPr>
      </p:pic>
      <p:pic>
        <p:nvPicPr>
          <p:cNvPr id="217" name="Google Shape;217;p5"/>
          <p:cNvPicPr preferRelativeResize="0"/>
          <p:nvPr/>
        </p:nvPicPr>
        <p:blipFill>
          <a:blip r:embed="rId8">
            <a:alphaModFix/>
          </a:blip>
          <a:stretch>
            <a:fillRect/>
          </a:stretch>
        </p:blipFill>
        <p:spPr>
          <a:xfrm>
            <a:off x="5937750" y="3237260"/>
            <a:ext cx="1123950" cy="1543050"/>
          </a:xfrm>
          <a:prstGeom prst="rect">
            <a:avLst/>
          </a:prstGeom>
          <a:noFill/>
          <a:ln>
            <a:noFill/>
          </a:ln>
        </p:spPr>
      </p:pic>
      <p:pic>
        <p:nvPicPr>
          <p:cNvPr id="218" name="Google Shape;218;p5"/>
          <p:cNvPicPr preferRelativeResize="0"/>
          <p:nvPr/>
        </p:nvPicPr>
        <p:blipFill>
          <a:blip r:embed="rId9">
            <a:alphaModFix/>
          </a:blip>
          <a:stretch>
            <a:fillRect/>
          </a:stretch>
        </p:blipFill>
        <p:spPr>
          <a:xfrm>
            <a:off x="7235600" y="3242035"/>
            <a:ext cx="1114425" cy="1533525"/>
          </a:xfrm>
          <a:prstGeom prst="rect">
            <a:avLst/>
          </a:prstGeom>
          <a:noFill/>
          <a:ln>
            <a:noFill/>
          </a:ln>
        </p:spPr>
      </p:pic>
      <p:pic>
        <p:nvPicPr>
          <p:cNvPr descr="Image result for check mark&quot;" id="219" name="Google Shape;219;p5"/>
          <p:cNvPicPr preferRelativeResize="0"/>
          <p:nvPr/>
        </p:nvPicPr>
        <p:blipFill rotWithShape="1">
          <a:blip r:embed="rId10">
            <a:alphaModFix/>
          </a:blip>
          <a:srcRect b="0" l="0" r="0" t="0"/>
          <a:stretch/>
        </p:blipFill>
        <p:spPr>
          <a:xfrm>
            <a:off x="813077" y="3246794"/>
            <a:ext cx="1085754" cy="1085754"/>
          </a:xfrm>
          <a:prstGeom prst="rect">
            <a:avLst/>
          </a:prstGeom>
          <a:noFill/>
          <a:ln>
            <a:noFill/>
          </a:ln>
        </p:spPr>
      </p:pic>
      <p:pic>
        <p:nvPicPr>
          <p:cNvPr descr="Image result for x mark&quot;" id="220" name="Google Shape;220;p5"/>
          <p:cNvPicPr preferRelativeResize="0"/>
          <p:nvPr/>
        </p:nvPicPr>
        <p:blipFill rotWithShape="1">
          <a:blip r:embed="rId11">
            <a:alphaModFix/>
          </a:blip>
          <a:srcRect b="0" l="0" r="0" t="0"/>
          <a:stretch/>
        </p:blipFill>
        <p:spPr>
          <a:xfrm>
            <a:off x="1935410" y="3175936"/>
            <a:ext cx="1341487" cy="1341487"/>
          </a:xfrm>
          <a:prstGeom prst="rect">
            <a:avLst/>
          </a:prstGeom>
          <a:noFill/>
          <a:ln>
            <a:noFill/>
          </a:ln>
        </p:spPr>
      </p:pic>
      <p:pic>
        <p:nvPicPr>
          <p:cNvPr descr="Image result for x mark&quot;" id="221" name="Google Shape;221;p5"/>
          <p:cNvPicPr preferRelativeResize="0"/>
          <p:nvPr/>
        </p:nvPicPr>
        <p:blipFill rotWithShape="1">
          <a:blip r:embed="rId11">
            <a:alphaModFix/>
          </a:blip>
          <a:srcRect b="0" l="0" r="0" t="0"/>
          <a:stretch/>
        </p:blipFill>
        <p:spPr>
          <a:xfrm>
            <a:off x="3204703" y="3175936"/>
            <a:ext cx="1341487" cy="1341487"/>
          </a:xfrm>
          <a:prstGeom prst="rect">
            <a:avLst/>
          </a:prstGeom>
          <a:noFill/>
          <a:ln>
            <a:noFill/>
          </a:ln>
        </p:spPr>
      </p:pic>
      <p:pic>
        <p:nvPicPr>
          <p:cNvPr descr="Image result for x mark&quot;" id="222" name="Google Shape;222;p5"/>
          <p:cNvPicPr preferRelativeResize="0"/>
          <p:nvPr/>
        </p:nvPicPr>
        <p:blipFill rotWithShape="1">
          <a:blip r:embed="rId11">
            <a:alphaModFix/>
          </a:blip>
          <a:srcRect b="0" l="0" r="0" t="0"/>
          <a:stretch/>
        </p:blipFill>
        <p:spPr>
          <a:xfrm>
            <a:off x="4516847" y="3175936"/>
            <a:ext cx="1341487" cy="1341487"/>
          </a:xfrm>
          <a:prstGeom prst="rect">
            <a:avLst/>
          </a:prstGeom>
          <a:noFill/>
          <a:ln>
            <a:noFill/>
          </a:ln>
        </p:spPr>
      </p:pic>
      <p:pic>
        <p:nvPicPr>
          <p:cNvPr descr="Image result for x mark&quot;" id="223" name="Google Shape;223;p5"/>
          <p:cNvPicPr preferRelativeResize="0"/>
          <p:nvPr/>
        </p:nvPicPr>
        <p:blipFill rotWithShape="1">
          <a:blip r:embed="rId11">
            <a:alphaModFix/>
          </a:blip>
          <a:srcRect b="0" l="0" r="0" t="0"/>
          <a:stretch/>
        </p:blipFill>
        <p:spPr>
          <a:xfrm>
            <a:off x="5828977" y="3175936"/>
            <a:ext cx="1341487" cy="1341487"/>
          </a:xfrm>
          <a:prstGeom prst="rect">
            <a:avLst/>
          </a:prstGeom>
          <a:noFill/>
          <a:ln>
            <a:noFill/>
          </a:ln>
        </p:spPr>
      </p:pic>
      <p:pic>
        <p:nvPicPr>
          <p:cNvPr descr="Image result for check mark&quot;" id="224" name="Google Shape;224;p5"/>
          <p:cNvPicPr preferRelativeResize="0"/>
          <p:nvPr/>
        </p:nvPicPr>
        <p:blipFill rotWithShape="1">
          <a:blip r:embed="rId10">
            <a:alphaModFix/>
          </a:blip>
          <a:srcRect b="0" l="0" r="0" t="0"/>
          <a:stretch/>
        </p:blipFill>
        <p:spPr>
          <a:xfrm>
            <a:off x="7235591" y="3227744"/>
            <a:ext cx="1085754" cy="10857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9" name="Shape 229"/>
        <p:cNvGrpSpPr/>
        <p:nvPr/>
      </p:nvGrpSpPr>
      <p:grpSpPr>
        <a:xfrm>
          <a:off x="0" y="0"/>
          <a:ext cx="0" cy="0"/>
          <a:chOff x="0" y="0"/>
          <a:chExt cx="0" cy="0"/>
        </a:xfrm>
      </p:grpSpPr>
      <p:pic>
        <p:nvPicPr>
          <p:cNvPr id="230" name="Google Shape;230;p6"/>
          <p:cNvPicPr preferRelativeResize="0"/>
          <p:nvPr/>
        </p:nvPicPr>
        <p:blipFill>
          <a:blip r:embed="rId4">
            <a:alphaModFix/>
          </a:blip>
          <a:stretch>
            <a:fillRect/>
          </a:stretch>
        </p:blipFill>
        <p:spPr>
          <a:xfrm>
            <a:off x="1438138" y="159272"/>
            <a:ext cx="1123950" cy="1562100"/>
          </a:xfrm>
          <a:prstGeom prst="rect">
            <a:avLst/>
          </a:prstGeom>
          <a:noFill/>
          <a:ln>
            <a:noFill/>
          </a:ln>
        </p:spPr>
      </p:pic>
      <p:pic>
        <p:nvPicPr>
          <p:cNvPr id="231" name="Google Shape;231;p6"/>
          <p:cNvPicPr preferRelativeResize="0"/>
          <p:nvPr/>
        </p:nvPicPr>
        <p:blipFill>
          <a:blip r:embed="rId5">
            <a:alphaModFix/>
          </a:blip>
          <a:stretch>
            <a:fillRect/>
          </a:stretch>
        </p:blipFill>
        <p:spPr>
          <a:xfrm>
            <a:off x="2735988" y="178322"/>
            <a:ext cx="1047750" cy="1524000"/>
          </a:xfrm>
          <a:prstGeom prst="rect">
            <a:avLst/>
          </a:prstGeom>
          <a:noFill/>
          <a:ln>
            <a:noFill/>
          </a:ln>
        </p:spPr>
      </p:pic>
      <p:pic>
        <p:nvPicPr>
          <p:cNvPr id="232" name="Google Shape;232;p6"/>
          <p:cNvPicPr preferRelativeResize="0"/>
          <p:nvPr/>
        </p:nvPicPr>
        <p:blipFill>
          <a:blip r:embed="rId6">
            <a:alphaModFix/>
          </a:blip>
          <a:stretch>
            <a:fillRect/>
          </a:stretch>
        </p:blipFill>
        <p:spPr>
          <a:xfrm>
            <a:off x="3957638" y="173559"/>
            <a:ext cx="1123950" cy="1533525"/>
          </a:xfrm>
          <a:prstGeom prst="rect">
            <a:avLst/>
          </a:prstGeom>
          <a:noFill/>
          <a:ln>
            <a:noFill/>
          </a:ln>
        </p:spPr>
      </p:pic>
      <p:pic>
        <p:nvPicPr>
          <p:cNvPr id="233" name="Google Shape;233;p6"/>
          <p:cNvPicPr preferRelativeResize="0"/>
          <p:nvPr/>
        </p:nvPicPr>
        <p:blipFill>
          <a:blip r:embed="rId7">
            <a:alphaModFix/>
          </a:blip>
          <a:stretch>
            <a:fillRect/>
          </a:stretch>
        </p:blipFill>
        <p:spPr>
          <a:xfrm>
            <a:off x="5255488" y="173559"/>
            <a:ext cx="1152525" cy="1533525"/>
          </a:xfrm>
          <a:prstGeom prst="rect">
            <a:avLst/>
          </a:prstGeom>
          <a:noFill/>
          <a:ln>
            <a:noFill/>
          </a:ln>
        </p:spPr>
      </p:pic>
      <p:pic>
        <p:nvPicPr>
          <p:cNvPr id="234" name="Google Shape;234;p6"/>
          <p:cNvPicPr preferRelativeResize="0"/>
          <p:nvPr/>
        </p:nvPicPr>
        <p:blipFill>
          <a:blip r:embed="rId8">
            <a:alphaModFix/>
          </a:blip>
          <a:stretch>
            <a:fillRect/>
          </a:stretch>
        </p:blipFill>
        <p:spPr>
          <a:xfrm>
            <a:off x="6581913" y="168784"/>
            <a:ext cx="1123950" cy="1543050"/>
          </a:xfrm>
          <a:prstGeom prst="rect">
            <a:avLst/>
          </a:prstGeom>
          <a:noFill/>
          <a:ln>
            <a:noFill/>
          </a:ln>
        </p:spPr>
      </p:pic>
      <p:pic>
        <p:nvPicPr>
          <p:cNvPr descr="Image result for check mark&quot;" id="235" name="Google Shape;235;p6"/>
          <p:cNvPicPr preferRelativeResize="0"/>
          <p:nvPr/>
        </p:nvPicPr>
        <p:blipFill rotWithShape="1">
          <a:blip r:embed="rId9">
            <a:alphaModFix/>
          </a:blip>
          <a:srcRect b="0" l="0" r="0" t="0"/>
          <a:stretch/>
        </p:blipFill>
        <p:spPr>
          <a:xfrm>
            <a:off x="1457229" y="159274"/>
            <a:ext cx="1085754" cy="1085754"/>
          </a:xfrm>
          <a:prstGeom prst="rect">
            <a:avLst/>
          </a:prstGeom>
          <a:noFill/>
          <a:ln>
            <a:noFill/>
          </a:ln>
        </p:spPr>
      </p:pic>
      <p:pic>
        <p:nvPicPr>
          <p:cNvPr descr="Image result for check mark&quot;" id="236" name="Google Shape;236;p6"/>
          <p:cNvPicPr preferRelativeResize="0"/>
          <p:nvPr/>
        </p:nvPicPr>
        <p:blipFill rotWithShape="1">
          <a:blip r:embed="rId9">
            <a:alphaModFix/>
          </a:blip>
          <a:srcRect b="0" l="0" r="0" t="0"/>
          <a:stretch/>
        </p:blipFill>
        <p:spPr>
          <a:xfrm>
            <a:off x="6601009" y="159274"/>
            <a:ext cx="1085754" cy="1085754"/>
          </a:xfrm>
          <a:prstGeom prst="rect">
            <a:avLst/>
          </a:prstGeom>
          <a:noFill/>
          <a:ln>
            <a:noFill/>
          </a:ln>
        </p:spPr>
      </p:pic>
      <p:pic>
        <p:nvPicPr>
          <p:cNvPr descr="Image result for x mark&quot;" id="237" name="Google Shape;237;p6"/>
          <p:cNvPicPr preferRelativeResize="0"/>
          <p:nvPr/>
        </p:nvPicPr>
        <p:blipFill rotWithShape="1">
          <a:blip r:embed="rId10">
            <a:alphaModFix/>
          </a:blip>
          <a:srcRect b="0" l="0" r="0" t="0"/>
          <a:stretch/>
        </p:blipFill>
        <p:spPr>
          <a:xfrm>
            <a:off x="5170562" y="165541"/>
            <a:ext cx="1341487" cy="1341487"/>
          </a:xfrm>
          <a:prstGeom prst="rect">
            <a:avLst/>
          </a:prstGeom>
          <a:noFill/>
          <a:ln>
            <a:noFill/>
          </a:ln>
        </p:spPr>
      </p:pic>
      <p:pic>
        <p:nvPicPr>
          <p:cNvPr descr="Image result for x mark&quot;" id="238" name="Google Shape;238;p6"/>
          <p:cNvPicPr preferRelativeResize="0"/>
          <p:nvPr/>
        </p:nvPicPr>
        <p:blipFill rotWithShape="1">
          <a:blip r:embed="rId10">
            <a:alphaModFix/>
          </a:blip>
          <a:srcRect b="0" l="0" r="0" t="0"/>
          <a:stretch/>
        </p:blipFill>
        <p:spPr>
          <a:xfrm>
            <a:off x="3848868" y="165541"/>
            <a:ext cx="1341487" cy="1341487"/>
          </a:xfrm>
          <a:prstGeom prst="rect">
            <a:avLst/>
          </a:prstGeom>
          <a:noFill/>
          <a:ln>
            <a:noFill/>
          </a:ln>
        </p:spPr>
      </p:pic>
      <p:pic>
        <p:nvPicPr>
          <p:cNvPr descr="Image result for x mark&quot;" id="239" name="Google Shape;239;p6"/>
          <p:cNvPicPr preferRelativeResize="0"/>
          <p:nvPr/>
        </p:nvPicPr>
        <p:blipFill rotWithShape="1">
          <a:blip r:embed="rId10">
            <a:alphaModFix/>
          </a:blip>
          <a:srcRect b="0" l="0" r="0" t="0"/>
          <a:stretch/>
        </p:blipFill>
        <p:spPr>
          <a:xfrm>
            <a:off x="2589113" y="165541"/>
            <a:ext cx="1341487" cy="1341487"/>
          </a:xfrm>
          <a:prstGeom prst="rect">
            <a:avLst/>
          </a:prstGeom>
          <a:noFill/>
          <a:ln>
            <a:noFill/>
          </a:ln>
        </p:spPr>
      </p:pic>
      <p:pic>
        <p:nvPicPr>
          <p:cNvPr id="240" name="Google Shape;240;p6"/>
          <p:cNvPicPr preferRelativeResize="0"/>
          <p:nvPr/>
        </p:nvPicPr>
        <p:blipFill>
          <a:blip r:embed="rId5">
            <a:alphaModFix/>
          </a:blip>
          <a:stretch>
            <a:fillRect/>
          </a:stretch>
        </p:blipFill>
        <p:spPr>
          <a:xfrm>
            <a:off x="2120613" y="1809760"/>
            <a:ext cx="1047750" cy="1524000"/>
          </a:xfrm>
          <a:prstGeom prst="rect">
            <a:avLst/>
          </a:prstGeom>
          <a:noFill/>
          <a:ln>
            <a:noFill/>
          </a:ln>
        </p:spPr>
      </p:pic>
      <p:pic>
        <p:nvPicPr>
          <p:cNvPr id="241" name="Google Shape;241;p6"/>
          <p:cNvPicPr preferRelativeResize="0"/>
          <p:nvPr/>
        </p:nvPicPr>
        <p:blipFill>
          <a:blip r:embed="rId6">
            <a:alphaModFix/>
          </a:blip>
          <a:stretch>
            <a:fillRect/>
          </a:stretch>
        </p:blipFill>
        <p:spPr>
          <a:xfrm>
            <a:off x="3342263" y="1804997"/>
            <a:ext cx="1123950" cy="1533525"/>
          </a:xfrm>
          <a:prstGeom prst="rect">
            <a:avLst/>
          </a:prstGeom>
          <a:noFill/>
          <a:ln>
            <a:noFill/>
          </a:ln>
        </p:spPr>
      </p:pic>
      <p:pic>
        <p:nvPicPr>
          <p:cNvPr id="242" name="Google Shape;242;p6"/>
          <p:cNvPicPr preferRelativeResize="0"/>
          <p:nvPr/>
        </p:nvPicPr>
        <p:blipFill>
          <a:blip r:embed="rId7">
            <a:alphaModFix/>
          </a:blip>
          <a:stretch>
            <a:fillRect/>
          </a:stretch>
        </p:blipFill>
        <p:spPr>
          <a:xfrm>
            <a:off x="4640113" y="1804997"/>
            <a:ext cx="1152525" cy="1533525"/>
          </a:xfrm>
          <a:prstGeom prst="rect">
            <a:avLst/>
          </a:prstGeom>
          <a:noFill/>
          <a:ln>
            <a:noFill/>
          </a:ln>
        </p:spPr>
      </p:pic>
      <p:pic>
        <p:nvPicPr>
          <p:cNvPr id="243" name="Google Shape;243;p6"/>
          <p:cNvPicPr preferRelativeResize="0"/>
          <p:nvPr/>
        </p:nvPicPr>
        <p:blipFill>
          <a:blip r:embed="rId8">
            <a:alphaModFix/>
          </a:blip>
          <a:stretch>
            <a:fillRect/>
          </a:stretch>
        </p:blipFill>
        <p:spPr>
          <a:xfrm>
            <a:off x="5966538" y="1800222"/>
            <a:ext cx="1123950" cy="1543050"/>
          </a:xfrm>
          <a:prstGeom prst="rect">
            <a:avLst/>
          </a:prstGeom>
          <a:noFill/>
          <a:ln>
            <a:noFill/>
          </a:ln>
        </p:spPr>
      </p:pic>
      <p:pic>
        <p:nvPicPr>
          <p:cNvPr id="244" name="Google Shape;244;p6"/>
          <p:cNvPicPr preferRelativeResize="0"/>
          <p:nvPr/>
        </p:nvPicPr>
        <p:blipFill>
          <a:blip r:embed="rId5">
            <a:alphaModFix/>
          </a:blip>
          <a:stretch>
            <a:fillRect/>
          </a:stretch>
        </p:blipFill>
        <p:spPr>
          <a:xfrm>
            <a:off x="2735988" y="3441197"/>
            <a:ext cx="1047750" cy="1524000"/>
          </a:xfrm>
          <a:prstGeom prst="rect">
            <a:avLst/>
          </a:prstGeom>
          <a:noFill/>
          <a:ln>
            <a:noFill/>
          </a:ln>
        </p:spPr>
      </p:pic>
      <p:pic>
        <p:nvPicPr>
          <p:cNvPr id="245" name="Google Shape;245;p6"/>
          <p:cNvPicPr preferRelativeResize="0"/>
          <p:nvPr/>
        </p:nvPicPr>
        <p:blipFill>
          <a:blip r:embed="rId6">
            <a:alphaModFix/>
          </a:blip>
          <a:stretch>
            <a:fillRect/>
          </a:stretch>
        </p:blipFill>
        <p:spPr>
          <a:xfrm>
            <a:off x="3957638" y="3436435"/>
            <a:ext cx="1123950" cy="1533525"/>
          </a:xfrm>
          <a:prstGeom prst="rect">
            <a:avLst/>
          </a:prstGeom>
          <a:noFill/>
          <a:ln>
            <a:noFill/>
          </a:ln>
        </p:spPr>
      </p:pic>
      <p:pic>
        <p:nvPicPr>
          <p:cNvPr id="246" name="Google Shape;246;p6"/>
          <p:cNvPicPr preferRelativeResize="0"/>
          <p:nvPr/>
        </p:nvPicPr>
        <p:blipFill>
          <a:blip r:embed="rId7">
            <a:alphaModFix/>
          </a:blip>
          <a:stretch>
            <a:fillRect/>
          </a:stretch>
        </p:blipFill>
        <p:spPr>
          <a:xfrm>
            <a:off x="5255488" y="3436435"/>
            <a:ext cx="1152525" cy="1533525"/>
          </a:xfrm>
          <a:prstGeom prst="rect">
            <a:avLst/>
          </a:prstGeom>
          <a:noFill/>
          <a:ln>
            <a:noFill/>
          </a:ln>
        </p:spPr>
      </p:pic>
      <p:pic>
        <p:nvPicPr>
          <p:cNvPr descr="Image result for check mark&quot;" id="247" name="Google Shape;247;p6"/>
          <p:cNvPicPr preferRelativeResize="0"/>
          <p:nvPr/>
        </p:nvPicPr>
        <p:blipFill rotWithShape="1">
          <a:blip r:embed="rId9">
            <a:alphaModFix/>
          </a:blip>
          <a:srcRect b="0" l="0" r="0" t="0"/>
          <a:stretch/>
        </p:blipFill>
        <p:spPr>
          <a:xfrm>
            <a:off x="2101630" y="1851849"/>
            <a:ext cx="1085754" cy="1085754"/>
          </a:xfrm>
          <a:prstGeom prst="rect">
            <a:avLst/>
          </a:prstGeom>
          <a:noFill/>
          <a:ln>
            <a:noFill/>
          </a:ln>
        </p:spPr>
      </p:pic>
      <p:pic>
        <p:nvPicPr>
          <p:cNvPr descr="Image result for check mark&quot;" id="248" name="Google Shape;248;p6"/>
          <p:cNvPicPr preferRelativeResize="0"/>
          <p:nvPr/>
        </p:nvPicPr>
        <p:blipFill rotWithShape="1">
          <a:blip r:embed="rId9">
            <a:alphaModFix/>
          </a:blip>
          <a:srcRect b="0" l="0" r="0" t="0"/>
          <a:stretch/>
        </p:blipFill>
        <p:spPr>
          <a:xfrm>
            <a:off x="5985655" y="1851849"/>
            <a:ext cx="1085754" cy="1085754"/>
          </a:xfrm>
          <a:prstGeom prst="rect">
            <a:avLst/>
          </a:prstGeom>
          <a:noFill/>
          <a:ln>
            <a:noFill/>
          </a:ln>
        </p:spPr>
      </p:pic>
      <p:pic>
        <p:nvPicPr>
          <p:cNvPr descr="Image result for check mark&quot;" id="249" name="Google Shape;249;p6"/>
          <p:cNvPicPr preferRelativeResize="0"/>
          <p:nvPr/>
        </p:nvPicPr>
        <p:blipFill rotWithShape="1">
          <a:blip r:embed="rId9">
            <a:alphaModFix/>
          </a:blip>
          <a:srcRect b="0" l="0" r="0" t="0"/>
          <a:stretch/>
        </p:blipFill>
        <p:spPr>
          <a:xfrm>
            <a:off x="2698005" y="3441199"/>
            <a:ext cx="1085754" cy="1085754"/>
          </a:xfrm>
          <a:prstGeom prst="rect">
            <a:avLst/>
          </a:prstGeom>
          <a:noFill/>
          <a:ln>
            <a:noFill/>
          </a:ln>
        </p:spPr>
      </p:pic>
      <p:pic>
        <p:nvPicPr>
          <p:cNvPr descr="Image result for check mark&quot;" id="250" name="Google Shape;250;p6"/>
          <p:cNvPicPr preferRelativeResize="0"/>
          <p:nvPr/>
        </p:nvPicPr>
        <p:blipFill rotWithShape="1">
          <a:blip r:embed="rId9">
            <a:alphaModFix/>
          </a:blip>
          <a:srcRect b="0" l="0" r="0" t="0"/>
          <a:stretch/>
        </p:blipFill>
        <p:spPr>
          <a:xfrm>
            <a:off x="5298430" y="3436424"/>
            <a:ext cx="1085754" cy="1085754"/>
          </a:xfrm>
          <a:prstGeom prst="rect">
            <a:avLst/>
          </a:prstGeom>
          <a:noFill/>
          <a:ln>
            <a:noFill/>
          </a:ln>
        </p:spPr>
      </p:pic>
      <p:pic>
        <p:nvPicPr>
          <p:cNvPr descr="Image result for x mark&quot;" id="251" name="Google Shape;251;p6"/>
          <p:cNvPicPr preferRelativeResize="0"/>
          <p:nvPr/>
        </p:nvPicPr>
        <p:blipFill rotWithShape="1">
          <a:blip r:embed="rId10">
            <a:alphaModFix/>
          </a:blip>
          <a:srcRect b="0" l="0" r="0" t="0"/>
          <a:stretch/>
        </p:blipFill>
        <p:spPr>
          <a:xfrm>
            <a:off x="3233500" y="1800978"/>
            <a:ext cx="1341487" cy="1341487"/>
          </a:xfrm>
          <a:prstGeom prst="rect">
            <a:avLst/>
          </a:prstGeom>
          <a:noFill/>
          <a:ln>
            <a:noFill/>
          </a:ln>
        </p:spPr>
      </p:pic>
      <p:pic>
        <p:nvPicPr>
          <p:cNvPr descr="Image result for x mark&quot;" id="252" name="Google Shape;252;p6"/>
          <p:cNvPicPr preferRelativeResize="0"/>
          <p:nvPr/>
        </p:nvPicPr>
        <p:blipFill rotWithShape="1">
          <a:blip r:embed="rId10">
            <a:alphaModFix/>
          </a:blip>
          <a:srcRect b="0" l="0" r="0" t="0"/>
          <a:stretch/>
        </p:blipFill>
        <p:spPr>
          <a:xfrm>
            <a:off x="4555188" y="1800978"/>
            <a:ext cx="1341487" cy="1341487"/>
          </a:xfrm>
          <a:prstGeom prst="rect">
            <a:avLst/>
          </a:prstGeom>
          <a:noFill/>
          <a:ln>
            <a:noFill/>
          </a:ln>
        </p:spPr>
      </p:pic>
      <p:pic>
        <p:nvPicPr>
          <p:cNvPr descr="Image result for x mark&quot;" id="253" name="Google Shape;253;p6"/>
          <p:cNvPicPr preferRelativeResize="0"/>
          <p:nvPr/>
        </p:nvPicPr>
        <p:blipFill rotWithShape="1">
          <a:blip r:embed="rId10">
            <a:alphaModFix/>
          </a:blip>
          <a:srcRect b="0" l="0" r="0" t="0"/>
          <a:stretch/>
        </p:blipFill>
        <p:spPr>
          <a:xfrm>
            <a:off x="3848875" y="3395066"/>
            <a:ext cx="1341487" cy="134148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8" name="Shape 258"/>
        <p:cNvGrpSpPr/>
        <p:nvPr/>
      </p:nvGrpSpPr>
      <p:grpSpPr>
        <a:xfrm>
          <a:off x="0" y="0"/>
          <a:ext cx="0" cy="0"/>
          <a:chOff x="0" y="0"/>
          <a:chExt cx="0" cy="0"/>
        </a:xfrm>
      </p:grpSpPr>
      <p:sp>
        <p:nvSpPr>
          <p:cNvPr id="259" name="Google Shape;259;p7"/>
          <p:cNvSpPr txBox="1"/>
          <p:nvPr/>
        </p:nvSpPr>
        <p:spPr>
          <a:xfrm>
            <a:off x="-11413" y="132373"/>
            <a:ext cx="9144000" cy="2529923"/>
          </a:xfrm>
          <a:prstGeom prst="rect">
            <a:avLst/>
          </a:prstGeom>
          <a:solidFill>
            <a:srgbClr val="FFF0CD"/>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400"/>
              <a:buFont typeface="Arial"/>
              <a:buNone/>
            </a:pPr>
            <a:r>
              <a:rPr b="1" i="0" lang="en-US" sz="4400" u="none" cap="none" strike="noStrike">
                <a:solidFill>
                  <a:srgbClr val="0C0C0C"/>
                </a:solidFill>
                <a:latin typeface="Comic Sans MS"/>
                <a:ea typeface="Comic Sans MS"/>
                <a:cs typeface="Comic Sans MS"/>
                <a:sym typeface="Comic Sans MS"/>
              </a:rPr>
              <a:t>If you take away all your cards, say BINGO! You win the game!</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4400"/>
              <a:buFont typeface="Arial"/>
              <a:buNone/>
            </a:pPr>
            <a:r>
              <a:rPr b="1" i="0" lang="en-US" sz="4400" u="none" cap="none" strike="noStrike">
                <a:solidFill>
                  <a:srgbClr val="0C0C0C"/>
                </a:solidFill>
                <a:latin typeface="Comic Sans MS"/>
                <a:ea typeface="Comic Sans MS"/>
                <a:cs typeface="Comic Sans MS"/>
                <a:sym typeface="Comic Sans MS"/>
              </a:rPr>
              <a:t>카드를 다 가져가면 빙고라고 해! 네가 이겼어!</a:t>
            </a:r>
            <a:endParaRPr b="1" i="0" sz="4400" u="none" cap="none" strike="noStrike">
              <a:solidFill>
                <a:srgbClr val="0C0C0C"/>
              </a:solidFill>
              <a:latin typeface="Comic Sans MS"/>
              <a:ea typeface="Comic Sans MS"/>
              <a:cs typeface="Comic Sans MS"/>
              <a:sym typeface="Comic Sans MS"/>
            </a:endParaRPr>
          </a:p>
        </p:txBody>
      </p:sp>
      <p:sp>
        <p:nvSpPr>
          <p:cNvPr id="260" name="Google Shape;260;p7"/>
          <p:cNvSpPr txBox="1"/>
          <p:nvPr/>
        </p:nvSpPr>
        <p:spPr>
          <a:xfrm>
            <a:off x="1258240" y="2854812"/>
            <a:ext cx="6781800" cy="186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0"/>
              <a:buFont typeface="Arial"/>
              <a:buNone/>
            </a:pPr>
            <a:r>
              <a:rPr b="0" i="0" lang="en-US" sz="11500" u="none" cap="none" strike="noStrike">
                <a:solidFill>
                  <a:schemeClr val="accent1"/>
                </a:solidFill>
                <a:latin typeface="Corben"/>
                <a:ea typeface="Corben"/>
                <a:cs typeface="Corben"/>
                <a:sym typeface="Corben"/>
              </a:rPr>
              <a:t>BINGO!</a:t>
            </a:r>
            <a:endParaRPr b="0" i="0" sz="1400" u="none" cap="none" strike="noStrike">
              <a:solidFill>
                <a:srgbClr val="000000"/>
              </a:solidFill>
              <a:latin typeface="Arial"/>
              <a:ea typeface="Arial"/>
              <a:cs typeface="Arial"/>
              <a:sym typeface="Arial"/>
            </a:endParaRPr>
          </a:p>
        </p:txBody>
      </p:sp>
      <p:pic>
        <p:nvPicPr>
          <p:cNvPr id="261" name="Google Shape;261;p7"/>
          <p:cNvPicPr preferRelativeResize="0"/>
          <p:nvPr/>
        </p:nvPicPr>
        <p:blipFill>
          <a:blip r:embed="rId4">
            <a:alphaModFix/>
          </a:blip>
          <a:stretch>
            <a:fillRect/>
          </a:stretch>
        </p:blipFill>
        <p:spPr>
          <a:xfrm>
            <a:off x="793975" y="3154797"/>
            <a:ext cx="1123950" cy="1562100"/>
          </a:xfrm>
          <a:prstGeom prst="rect">
            <a:avLst/>
          </a:prstGeom>
          <a:noFill/>
          <a:ln>
            <a:noFill/>
          </a:ln>
        </p:spPr>
      </p:pic>
      <p:pic>
        <p:nvPicPr>
          <p:cNvPr id="262" name="Google Shape;262;p7"/>
          <p:cNvPicPr preferRelativeResize="0"/>
          <p:nvPr/>
        </p:nvPicPr>
        <p:blipFill>
          <a:blip r:embed="rId5">
            <a:alphaModFix/>
          </a:blip>
          <a:stretch>
            <a:fillRect/>
          </a:stretch>
        </p:blipFill>
        <p:spPr>
          <a:xfrm>
            <a:off x="2091825" y="3173847"/>
            <a:ext cx="1047750" cy="1524000"/>
          </a:xfrm>
          <a:prstGeom prst="rect">
            <a:avLst/>
          </a:prstGeom>
          <a:noFill/>
          <a:ln>
            <a:noFill/>
          </a:ln>
        </p:spPr>
      </p:pic>
      <p:pic>
        <p:nvPicPr>
          <p:cNvPr id="263" name="Google Shape;263;p7"/>
          <p:cNvPicPr preferRelativeResize="0"/>
          <p:nvPr/>
        </p:nvPicPr>
        <p:blipFill>
          <a:blip r:embed="rId6">
            <a:alphaModFix/>
          </a:blip>
          <a:stretch>
            <a:fillRect/>
          </a:stretch>
        </p:blipFill>
        <p:spPr>
          <a:xfrm>
            <a:off x="3313475" y="3169085"/>
            <a:ext cx="1123950" cy="1533525"/>
          </a:xfrm>
          <a:prstGeom prst="rect">
            <a:avLst/>
          </a:prstGeom>
          <a:noFill/>
          <a:ln>
            <a:noFill/>
          </a:ln>
        </p:spPr>
      </p:pic>
      <p:pic>
        <p:nvPicPr>
          <p:cNvPr id="264" name="Google Shape;264;p7"/>
          <p:cNvPicPr preferRelativeResize="0"/>
          <p:nvPr/>
        </p:nvPicPr>
        <p:blipFill>
          <a:blip r:embed="rId7">
            <a:alphaModFix/>
          </a:blip>
          <a:stretch>
            <a:fillRect/>
          </a:stretch>
        </p:blipFill>
        <p:spPr>
          <a:xfrm>
            <a:off x="4611325" y="3169085"/>
            <a:ext cx="1152525" cy="1533525"/>
          </a:xfrm>
          <a:prstGeom prst="rect">
            <a:avLst/>
          </a:prstGeom>
          <a:noFill/>
          <a:ln>
            <a:noFill/>
          </a:ln>
        </p:spPr>
      </p:pic>
      <p:pic>
        <p:nvPicPr>
          <p:cNvPr id="265" name="Google Shape;265;p7"/>
          <p:cNvPicPr preferRelativeResize="0"/>
          <p:nvPr/>
        </p:nvPicPr>
        <p:blipFill>
          <a:blip r:embed="rId8">
            <a:alphaModFix/>
          </a:blip>
          <a:stretch>
            <a:fillRect/>
          </a:stretch>
        </p:blipFill>
        <p:spPr>
          <a:xfrm>
            <a:off x="5937750" y="3164310"/>
            <a:ext cx="1123950" cy="1543050"/>
          </a:xfrm>
          <a:prstGeom prst="rect">
            <a:avLst/>
          </a:prstGeom>
          <a:noFill/>
          <a:ln>
            <a:noFill/>
          </a:ln>
        </p:spPr>
      </p:pic>
      <p:pic>
        <p:nvPicPr>
          <p:cNvPr id="266" name="Google Shape;266;p7"/>
          <p:cNvPicPr preferRelativeResize="0"/>
          <p:nvPr/>
        </p:nvPicPr>
        <p:blipFill>
          <a:blip r:embed="rId9">
            <a:alphaModFix/>
          </a:blip>
          <a:stretch>
            <a:fillRect/>
          </a:stretch>
        </p:blipFill>
        <p:spPr>
          <a:xfrm>
            <a:off x="7235600" y="3169085"/>
            <a:ext cx="1114425" cy="15335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1000"/>
                                        <p:tgtEl>
                                          <p:spTgt spid="266"/>
                                        </p:tgtEl>
                                        <p:attrNameLst>
                                          <p:attrName>ppt_x</p:attrName>
                                        </p:attrNameLst>
                                      </p:cBhvr>
                                      <p:tavLst>
                                        <p:tav fmla="" tm="0">
                                          <p:val>
                                            <p:strVal val="#ppt_x"/>
                                          </p:val>
                                        </p:tav>
                                        <p:tav fmla="" tm="100000">
                                          <p:val>
                                            <p:strVal val="#ppt_x-1"/>
                                          </p:val>
                                        </p:tav>
                                      </p:tavLst>
                                    </p:anim>
                                    <p:set>
                                      <p:cBhvr>
                                        <p:cTn dur="1" fill="hold">
                                          <p:stCondLst>
                                            <p:cond delay="1000"/>
                                          </p:stCondLst>
                                        </p:cTn>
                                        <p:tgtEl>
                                          <p:spTgt spid="266"/>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2" presetSubtype="4">
                                  <p:stCondLst>
                                    <p:cond delay="0"/>
                                  </p:stCondLst>
                                  <p:childTnLst>
                                    <p:anim calcmode="lin" valueType="num">
                                      <p:cBhvr additive="base">
                                        <p:cTn dur="1000"/>
                                        <p:tgtEl>
                                          <p:spTgt spid="261"/>
                                        </p:tgtEl>
                                        <p:attrNameLst>
                                          <p:attrName>ppt_y</p:attrName>
                                        </p:attrNameLst>
                                      </p:cBhvr>
                                      <p:tavLst>
                                        <p:tav fmla="" tm="0">
                                          <p:val>
                                            <p:strVal val="#ppt_y"/>
                                          </p:val>
                                        </p:tav>
                                        <p:tav fmla="" tm="100000">
                                          <p:val>
                                            <p:strVal val="#ppt_y+1"/>
                                          </p:val>
                                        </p:tav>
                                      </p:tavLst>
                                    </p:anim>
                                    <p:set>
                                      <p:cBhvr>
                                        <p:cTn dur="1" fill="hold">
                                          <p:stCondLst>
                                            <p:cond delay="1000"/>
                                          </p:stCondLst>
                                        </p:cTn>
                                        <p:tgtEl>
                                          <p:spTgt spid="261"/>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2" presetSubtype="8">
                                  <p:stCondLst>
                                    <p:cond delay="0"/>
                                  </p:stCondLst>
                                  <p:childTnLst>
                                    <p:anim calcmode="lin" valueType="num">
                                      <p:cBhvr additive="base">
                                        <p:cTn dur="1000"/>
                                        <p:tgtEl>
                                          <p:spTgt spid="262"/>
                                        </p:tgtEl>
                                        <p:attrNameLst>
                                          <p:attrName>ppt_x</p:attrName>
                                        </p:attrNameLst>
                                      </p:cBhvr>
                                      <p:tavLst>
                                        <p:tav fmla="" tm="0">
                                          <p:val>
                                            <p:strVal val="#ppt_x"/>
                                          </p:val>
                                        </p:tav>
                                        <p:tav fmla="" tm="100000">
                                          <p:val>
                                            <p:strVal val="#ppt_x-1"/>
                                          </p:val>
                                        </p:tav>
                                      </p:tavLst>
                                    </p:anim>
                                    <p:set>
                                      <p:cBhvr>
                                        <p:cTn dur="1" fill="hold">
                                          <p:stCondLst>
                                            <p:cond delay="1000"/>
                                          </p:stCondLst>
                                        </p:cTn>
                                        <p:tgtEl>
                                          <p:spTgt spid="262"/>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2" presetSubtype="4">
                                  <p:stCondLst>
                                    <p:cond delay="0"/>
                                  </p:stCondLst>
                                  <p:childTnLst>
                                    <p:anim calcmode="lin" valueType="num">
                                      <p:cBhvr additive="base">
                                        <p:cTn dur="1000"/>
                                        <p:tgtEl>
                                          <p:spTgt spid="265"/>
                                        </p:tgtEl>
                                        <p:attrNameLst>
                                          <p:attrName>ppt_y</p:attrName>
                                        </p:attrNameLst>
                                      </p:cBhvr>
                                      <p:tavLst>
                                        <p:tav fmla="" tm="0">
                                          <p:val>
                                            <p:strVal val="#ppt_y"/>
                                          </p:val>
                                        </p:tav>
                                        <p:tav fmla="" tm="100000">
                                          <p:val>
                                            <p:strVal val="#ppt_y+1"/>
                                          </p:val>
                                        </p:tav>
                                      </p:tavLst>
                                    </p:anim>
                                    <p:set>
                                      <p:cBhvr>
                                        <p:cTn dur="1" fill="hold">
                                          <p:stCondLst>
                                            <p:cond delay="1000"/>
                                          </p:stCondLst>
                                        </p:cTn>
                                        <p:tgtEl>
                                          <p:spTgt spid="265"/>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2" presetSubtype="8">
                                  <p:stCondLst>
                                    <p:cond delay="0"/>
                                  </p:stCondLst>
                                  <p:childTnLst>
                                    <p:anim calcmode="lin" valueType="num">
                                      <p:cBhvr additive="base">
                                        <p:cTn dur="1000"/>
                                        <p:tgtEl>
                                          <p:spTgt spid="263"/>
                                        </p:tgtEl>
                                        <p:attrNameLst>
                                          <p:attrName>ppt_x</p:attrName>
                                        </p:attrNameLst>
                                      </p:cBhvr>
                                      <p:tavLst>
                                        <p:tav fmla="" tm="0">
                                          <p:val>
                                            <p:strVal val="#ppt_x"/>
                                          </p:val>
                                        </p:tav>
                                        <p:tav fmla="" tm="100000">
                                          <p:val>
                                            <p:strVal val="#ppt_x-1"/>
                                          </p:val>
                                        </p:tav>
                                      </p:tavLst>
                                    </p:anim>
                                    <p:set>
                                      <p:cBhvr>
                                        <p:cTn dur="1" fill="hold">
                                          <p:stCondLst>
                                            <p:cond delay="1000"/>
                                          </p:stCondLst>
                                        </p:cTn>
                                        <p:tgtEl>
                                          <p:spTgt spid="263"/>
                                        </p:tgtEl>
                                        <p:attrNameLst>
                                          <p:attrName>style.visibility</p:attrName>
                                        </p:attrNameLst>
                                      </p:cBhvr>
                                      <p:to>
                                        <p:strVal val="hidden"/>
                                      </p:to>
                                    </p:set>
                                  </p:childTnLst>
                                </p:cTn>
                              </p:par>
                            </p:childTnLst>
                          </p:cTn>
                        </p:par>
                        <p:par>
                          <p:cTn fill="hold">
                            <p:stCondLst>
                              <p:cond delay="5000"/>
                            </p:stCondLst>
                            <p:childTnLst>
                              <p:par>
                                <p:cTn fill="hold" nodeType="afterEffect" presetClass="exit" presetID="2" presetSubtype="4">
                                  <p:stCondLst>
                                    <p:cond delay="0"/>
                                  </p:stCondLst>
                                  <p:childTnLst>
                                    <p:anim calcmode="lin" valueType="num">
                                      <p:cBhvr additive="base">
                                        <p:cTn dur="1000"/>
                                        <p:tgtEl>
                                          <p:spTgt spid="264"/>
                                        </p:tgtEl>
                                        <p:attrNameLst>
                                          <p:attrName>ppt_y</p:attrName>
                                        </p:attrNameLst>
                                      </p:cBhvr>
                                      <p:tavLst>
                                        <p:tav fmla="" tm="0">
                                          <p:val>
                                            <p:strVal val="#ppt_y"/>
                                          </p:val>
                                        </p:tav>
                                        <p:tav fmla="" tm="100000">
                                          <p:val>
                                            <p:strVal val="#ppt_y+1"/>
                                          </p:val>
                                        </p:tav>
                                      </p:tavLst>
                                    </p:anim>
                                    <p:set>
                                      <p:cBhvr>
                                        <p:cTn dur="1" fill="hold">
                                          <p:stCondLst>
                                            <p:cond delay="1000"/>
                                          </p:stCondLst>
                                        </p:cTn>
                                        <p:tgtEl>
                                          <p:spTgt spid="264"/>
                                        </p:tgtEl>
                                        <p:attrNameLst>
                                          <p:attrName>style.visibility</p:attrName>
                                        </p:attrNameLst>
                                      </p:cBhvr>
                                      <p:to>
                                        <p:strVal val="hidden"/>
                                      </p:to>
                                    </p:set>
                                  </p:childTnLst>
                                </p:cTn>
                              </p:par>
                            </p:childTnLst>
                          </p:cTn>
                        </p:par>
                        <p:par>
                          <p:cTn fill="hold">
                            <p:stCondLst>
                              <p:cond delay="6000"/>
                            </p:stCondLst>
                            <p:childTnLst>
                              <p:par>
                                <p:cTn fill="hold" nodeType="after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9BD2"/>
        </a:solidFill>
      </p:bgPr>
    </p:bg>
    <p:spTree>
      <p:nvGrpSpPr>
        <p:cNvPr id="270" name="Shape 270"/>
        <p:cNvGrpSpPr/>
        <p:nvPr/>
      </p:nvGrpSpPr>
      <p:grpSpPr>
        <a:xfrm>
          <a:off x="0" y="0"/>
          <a:ext cx="0" cy="0"/>
          <a:chOff x="0" y="0"/>
          <a:chExt cx="0" cy="0"/>
        </a:xfrm>
      </p:grpSpPr>
      <p:pic>
        <p:nvPicPr>
          <p:cNvPr id="271" name="Google Shape;271;p8"/>
          <p:cNvPicPr preferRelativeResize="0"/>
          <p:nvPr/>
        </p:nvPicPr>
        <p:blipFill>
          <a:blip r:embed="rId3">
            <a:alphaModFix/>
          </a:blip>
          <a:stretch>
            <a:fillRect/>
          </a:stretch>
        </p:blipFill>
        <p:spPr>
          <a:xfrm>
            <a:off x="875149" y="-46288"/>
            <a:ext cx="7393725" cy="5236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76" name="Shape 276"/>
        <p:cNvGrpSpPr/>
        <p:nvPr/>
      </p:nvGrpSpPr>
      <p:grpSpPr>
        <a:xfrm>
          <a:off x="0" y="0"/>
          <a:ext cx="0" cy="0"/>
          <a:chOff x="0" y="0"/>
          <a:chExt cx="0" cy="0"/>
        </a:xfrm>
      </p:grpSpPr>
      <p:sp>
        <p:nvSpPr>
          <p:cNvPr id="277" name="Google Shape;277;p9"/>
          <p:cNvSpPr txBox="1"/>
          <p:nvPr/>
        </p:nvSpPr>
        <p:spPr>
          <a:xfrm>
            <a:off x="457200" y="780490"/>
            <a:ext cx="8229600" cy="179126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3800"/>
              <a:buFont typeface="Arial"/>
              <a:buNone/>
            </a:pPr>
            <a:r>
              <a:rPr b="0" i="0" lang="en-US" sz="13800" u="none" cap="none" strike="noStrike">
                <a:solidFill>
                  <a:schemeClr val="lt1"/>
                </a:solidFill>
                <a:latin typeface="Corben"/>
                <a:ea typeface="Corben"/>
                <a:cs typeface="Corben"/>
                <a:sym typeface="Corben"/>
              </a:rPr>
              <a:t>Line</a:t>
            </a:r>
            <a:endParaRPr b="0" i="0" sz="1400" u="none" cap="none" strike="noStrike">
              <a:solidFill>
                <a:srgbClr val="000000"/>
              </a:solidFill>
              <a:latin typeface="Arial"/>
              <a:ea typeface="Arial"/>
              <a:cs typeface="Arial"/>
              <a:sym typeface="Arial"/>
            </a:endParaRPr>
          </a:p>
        </p:txBody>
      </p:sp>
      <p:pic>
        <p:nvPicPr>
          <p:cNvPr id="278" name="Google Shape;278;p9"/>
          <p:cNvPicPr preferRelativeResize="0"/>
          <p:nvPr/>
        </p:nvPicPr>
        <p:blipFill rotWithShape="1">
          <a:blip r:embed="rId4">
            <a:alphaModFix/>
          </a:blip>
          <a:srcRect b="0" l="0" r="0" t="0"/>
          <a:stretch/>
        </p:blipFill>
        <p:spPr>
          <a:xfrm>
            <a:off x="431800" y="1809750"/>
            <a:ext cx="8255000" cy="288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83" name="Shape 283"/>
        <p:cNvGrpSpPr/>
        <p:nvPr/>
      </p:nvGrpSpPr>
      <p:grpSpPr>
        <a:xfrm>
          <a:off x="0" y="0"/>
          <a:ext cx="0" cy="0"/>
          <a:chOff x="0" y="0"/>
          <a:chExt cx="0" cy="0"/>
        </a:xfrm>
      </p:grpSpPr>
      <p:sp>
        <p:nvSpPr>
          <p:cNvPr id="284" name="Google Shape;284;p10"/>
          <p:cNvSpPr/>
          <p:nvPr/>
        </p:nvSpPr>
        <p:spPr>
          <a:xfrm>
            <a:off x="342900"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285" name="Google Shape;285;p10"/>
          <p:cNvSpPr/>
          <p:nvPr/>
        </p:nvSpPr>
        <p:spPr>
          <a:xfrm>
            <a:off x="1780794"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286" name="Google Shape;286;p10"/>
          <p:cNvSpPr/>
          <p:nvPr/>
        </p:nvSpPr>
        <p:spPr>
          <a:xfrm>
            <a:off x="3218688"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287" name="Google Shape;287;p10"/>
          <p:cNvSpPr/>
          <p:nvPr/>
        </p:nvSpPr>
        <p:spPr>
          <a:xfrm>
            <a:off x="4656582"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288" name="Google Shape;288;p10"/>
          <p:cNvSpPr/>
          <p:nvPr/>
        </p:nvSpPr>
        <p:spPr>
          <a:xfrm>
            <a:off x="6094476"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289" name="Google Shape;289;p10"/>
          <p:cNvSpPr/>
          <p:nvPr/>
        </p:nvSpPr>
        <p:spPr>
          <a:xfrm>
            <a:off x="7532370"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290" name="Google Shape;290;p10"/>
          <p:cNvSpPr txBox="1"/>
          <p:nvPr/>
        </p:nvSpPr>
        <p:spPr>
          <a:xfrm>
            <a:off x="0" y="1030733"/>
            <a:ext cx="9144000" cy="1421928"/>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Corben"/>
                <a:ea typeface="Corben"/>
                <a:cs typeface="Corben"/>
                <a:sym typeface="Corben"/>
              </a:rPr>
              <a:t>Put your cards in a line </a:t>
            </a:r>
            <a:br>
              <a:rPr b="0" i="0" lang="en-US" sz="4800" u="none" cap="none" strike="noStrike">
                <a:solidFill>
                  <a:schemeClr val="lt1"/>
                </a:solidFill>
                <a:latin typeface="Corben"/>
                <a:ea typeface="Corben"/>
                <a:cs typeface="Corben"/>
                <a:sym typeface="Corben"/>
              </a:rPr>
            </a:br>
            <a:r>
              <a:rPr b="0" i="0" lang="en-US" sz="4800" u="none" cap="none" strike="noStrike">
                <a:solidFill>
                  <a:schemeClr val="lt1"/>
                </a:solidFill>
                <a:latin typeface="Corben"/>
                <a:ea typeface="Corben"/>
                <a:cs typeface="Corben"/>
                <a:sym typeface="Corben"/>
              </a:rPr>
              <a:t>in any order.</a:t>
            </a:r>
            <a:endParaRPr b="0" i="0" sz="5400" u="none" cap="none" strike="noStrike">
              <a:solidFill>
                <a:srgbClr val="138677"/>
              </a:solidFill>
              <a:latin typeface="Arial"/>
              <a:ea typeface="Arial"/>
              <a:cs typeface="Arial"/>
              <a:sym typeface="Arial"/>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1000"/>
                                        <p:tgtEl>
                                          <p:spTgt spid="28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1000"/>
                                        <p:tgtEl>
                                          <p:spTgt spid="28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1000"/>
                                        <p:tgtEl>
                                          <p:spTgt spid="28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1000"/>
                                        <p:tgtEl>
                                          <p:spTgt spid="28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1000"/>
                                        <p:tgtEl>
                                          <p:spTgt spid="28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1000"/>
                                        <p:tgtEl>
                                          <p:spTgt spid="28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95" name="Shape 295"/>
        <p:cNvGrpSpPr/>
        <p:nvPr/>
      </p:nvGrpSpPr>
      <p:grpSpPr>
        <a:xfrm>
          <a:off x="0" y="0"/>
          <a:ext cx="0" cy="0"/>
          <a:chOff x="0" y="0"/>
          <a:chExt cx="0" cy="0"/>
        </a:xfrm>
      </p:grpSpPr>
      <p:sp>
        <p:nvSpPr>
          <p:cNvPr id="296" name="Google Shape;296;p11"/>
          <p:cNvSpPr/>
          <p:nvPr/>
        </p:nvSpPr>
        <p:spPr>
          <a:xfrm>
            <a:off x="1066800" y="438150"/>
            <a:ext cx="3276600" cy="2362200"/>
          </a:xfrm>
          <a:prstGeom prst="wedgeRoundRectCallout">
            <a:avLst>
              <a:gd fmla="val -37382" name="adj1"/>
              <a:gd fmla="val 68351" name="adj2"/>
              <a:gd fmla="val 16667" name="adj3"/>
            </a:avLst>
          </a:prstGeom>
          <a:solidFill>
            <a:schemeClr val="lt1"/>
          </a:solidFill>
          <a:ln cap="flat" cmpd="sng" w="381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accent1"/>
                </a:solidFill>
                <a:latin typeface="Corben"/>
                <a:ea typeface="Corben"/>
                <a:cs typeface="Corben"/>
                <a:sym typeface="Corben"/>
              </a:rPr>
              <a:t>Question goes here</a:t>
            </a:r>
            <a:endParaRPr b="0" i="0" sz="1400" u="none" cap="none" strike="noStrike">
              <a:solidFill>
                <a:srgbClr val="000000"/>
              </a:solidFill>
              <a:latin typeface="Arial"/>
              <a:ea typeface="Arial"/>
              <a:cs typeface="Arial"/>
              <a:sym typeface="Arial"/>
            </a:endParaRPr>
          </a:p>
        </p:txBody>
      </p:sp>
      <p:sp>
        <p:nvSpPr>
          <p:cNvPr id="297" name="Google Shape;297;p11"/>
          <p:cNvSpPr/>
          <p:nvPr/>
        </p:nvSpPr>
        <p:spPr>
          <a:xfrm>
            <a:off x="4554279" y="438150"/>
            <a:ext cx="3276600" cy="2362200"/>
          </a:xfrm>
          <a:prstGeom prst="wedgeRoundRectCallout">
            <a:avLst>
              <a:gd fmla="val 35630" name="adj1"/>
              <a:gd fmla="val 69702" name="adj2"/>
              <a:gd fmla="val 16667" name="adj3"/>
            </a:avLst>
          </a:prstGeom>
          <a:solidFill>
            <a:schemeClr val="accent1"/>
          </a:solidFill>
          <a:ln cap="flat" cmpd="sng" w="571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Corben"/>
                <a:ea typeface="Corben"/>
                <a:cs typeface="Corben"/>
                <a:sym typeface="Corben"/>
              </a:rPr>
              <a:t>Answer goes here</a:t>
            </a:r>
            <a:endParaRPr b="0" i="0" sz="1400" u="none" cap="none" strike="noStrike">
              <a:solidFill>
                <a:srgbClr val="000000"/>
              </a:solidFill>
              <a:latin typeface="Arial"/>
              <a:ea typeface="Arial"/>
              <a:cs typeface="Arial"/>
              <a:sym typeface="Arial"/>
            </a:endParaRPr>
          </a:p>
        </p:txBody>
      </p:sp>
      <p:pic>
        <p:nvPicPr>
          <p:cNvPr id="298" name="Google Shape;298;p11"/>
          <p:cNvPicPr preferRelativeResize="0"/>
          <p:nvPr/>
        </p:nvPicPr>
        <p:blipFill rotWithShape="1">
          <a:blip r:embed="rId4">
            <a:alphaModFix/>
          </a:blip>
          <a:srcRect b="0" l="0" r="0" t="0"/>
          <a:stretch/>
        </p:blipFill>
        <p:spPr>
          <a:xfrm>
            <a:off x="6553200" y="2800350"/>
            <a:ext cx="2362200" cy="2362200"/>
          </a:xfrm>
          <a:prstGeom prst="rect">
            <a:avLst/>
          </a:prstGeom>
          <a:noFill/>
          <a:ln>
            <a:noFill/>
          </a:ln>
        </p:spPr>
      </p:pic>
      <p:pic>
        <p:nvPicPr>
          <p:cNvPr id="299" name="Google Shape;299;p11"/>
          <p:cNvPicPr preferRelativeResize="0"/>
          <p:nvPr/>
        </p:nvPicPr>
        <p:blipFill rotWithShape="1">
          <a:blip r:embed="rId5">
            <a:alphaModFix/>
          </a:blip>
          <a:srcRect b="0" l="0" r="0" t="0"/>
          <a:stretch/>
        </p:blipFill>
        <p:spPr>
          <a:xfrm>
            <a:off x="74429" y="3324004"/>
            <a:ext cx="4085658" cy="18385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12"/>
          <p:cNvSpPr/>
          <p:nvPr/>
        </p:nvSpPr>
        <p:spPr>
          <a:xfrm>
            <a:off x="342900"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06" name="Google Shape;306;p12"/>
          <p:cNvSpPr/>
          <p:nvPr/>
        </p:nvSpPr>
        <p:spPr>
          <a:xfrm>
            <a:off x="1780794"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07" name="Google Shape;307;p12"/>
          <p:cNvSpPr/>
          <p:nvPr/>
        </p:nvSpPr>
        <p:spPr>
          <a:xfrm>
            <a:off x="3218688"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08" name="Google Shape;308;p12"/>
          <p:cNvSpPr/>
          <p:nvPr/>
        </p:nvSpPr>
        <p:spPr>
          <a:xfrm>
            <a:off x="4656582"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09" name="Google Shape;309;p12"/>
          <p:cNvSpPr/>
          <p:nvPr/>
        </p:nvSpPr>
        <p:spPr>
          <a:xfrm>
            <a:off x="6094476"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10" name="Google Shape;310;p12"/>
          <p:cNvSpPr/>
          <p:nvPr/>
        </p:nvSpPr>
        <p:spPr>
          <a:xfrm>
            <a:off x="7532370"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11" name="Google Shape;311;p12"/>
          <p:cNvSpPr txBox="1"/>
          <p:nvPr/>
        </p:nvSpPr>
        <p:spPr>
          <a:xfrm>
            <a:off x="0" y="666750"/>
            <a:ext cx="9144000" cy="2086725"/>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Corben"/>
                <a:ea typeface="Corben"/>
                <a:cs typeface="Corben"/>
                <a:sym typeface="Corben"/>
              </a:rPr>
              <a:t>If the word/sentence I </a:t>
            </a:r>
            <a:br>
              <a:rPr b="0" i="0" lang="en-US" sz="4800" u="none" cap="none" strike="noStrike">
                <a:solidFill>
                  <a:schemeClr val="lt1"/>
                </a:solidFill>
                <a:latin typeface="Corben"/>
                <a:ea typeface="Corben"/>
                <a:cs typeface="Corben"/>
                <a:sym typeface="Corben"/>
              </a:rPr>
            </a:br>
            <a:r>
              <a:rPr b="0" i="0" lang="en-US" sz="4800" u="none" cap="none" strike="noStrike">
                <a:solidFill>
                  <a:schemeClr val="lt1"/>
                </a:solidFill>
                <a:latin typeface="Corben"/>
                <a:ea typeface="Corben"/>
                <a:cs typeface="Corben"/>
                <a:sym typeface="Corben"/>
              </a:rPr>
              <a:t>say is at either end of your line, take away that card.</a:t>
            </a:r>
            <a:endParaRPr b="0" i="0" sz="5400" u="none" cap="none" strike="noStrike">
              <a:solidFill>
                <a:srgbClr val="138677"/>
              </a:solidFill>
              <a:latin typeface="Arial"/>
              <a:ea typeface="Arial"/>
              <a:cs typeface="Arial"/>
              <a:sym typeface="Arial"/>
            </a:endParaRPr>
          </a:p>
        </p:txBody>
      </p:sp>
      <p:sp>
        <p:nvSpPr>
          <p:cNvPr id="312" name="Google Shape;312;p12"/>
          <p:cNvSpPr/>
          <p:nvPr/>
        </p:nvSpPr>
        <p:spPr>
          <a:xfrm>
            <a:off x="138030" y="3209325"/>
            <a:ext cx="1642764" cy="1542729"/>
          </a:xfrm>
          <a:prstGeom prst="ellipse">
            <a:avLst/>
          </a:prstGeom>
          <a:noFill/>
          <a:ln cap="flat" cmpd="sng" w="1270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3" name="Google Shape;313;p12"/>
          <p:cNvSpPr/>
          <p:nvPr/>
        </p:nvSpPr>
        <p:spPr>
          <a:xfrm>
            <a:off x="7345353" y="3209325"/>
            <a:ext cx="1642764" cy="1542729"/>
          </a:xfrm>
          <a:prstGeom prst="ellipse">
            <a:avLst/>
          </a:prstGeom>
          <a:noFill/>
          <a:ln cap="flat" cmpd="sng" w="1270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Image result for check mark&quot;" id="314" name="Google Shape;314;p12"/>
          <p:cNvPicPr preferRelativeResize="0"/>
          <p:nvPr/>
        </p:nvPicPr>
        <p:blipFill rotWithShape="1">
          <a:blip r:embed="rId4">
            <a:alphaModFix/>
          </a:blip>
          <a:srcRect b="0" l="0" r="0" t="0"/>
          <a:stretch/>
        </p:blipFill>
        <p:spPr>
          <a:xfrm>
            <a:off x="7894416" y="2531955"/>
            <a:ext cx="1085754" cy="10857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2"/>
                                        </p:tgtEl>
                                      </p:cBhvr>
                                    </p:animEffect>
                                    <p:set>
                                      <p:cBhvr>
                                        <p:cTn dur="1" fill="hold">
                                          <p:stCondLst>
                                            <p:cond delay="500"/>
                                          </p:stCondLst>
                                        </p:cTn>
                                        <p:tgtEl>
                                          <p:spTgt spid="31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310"/>
                                        </p:tgtEl>
                                        <p:attrNameLst>
                                          <p:attrName>ppt_y</p:attrName>
                                        </p:attrNameLst>
                                      </p:cBhvr>
                                      <p:tavLst>
                                        <p:tav fmla="" tm="0">
                                          <p:val>
                                            <p:strVal val="#ppt_y"/>
                                          </p:val>
                                        </p:tav>
                                        <p:tav fmla="" tm="100000">
                                          <p:val>
                                            <p:strVal val="#ppt_y+1"/>
                                          </p:val>
                                        </p:tav>
                                      </p:tavLst>
                                    </p:anim>
                                    <p:set>
                                      <p:cBhvr>
                                        <p:cTn dur="1" fill="hold">
                                          <p:stCondLst>
                                            <p:cond delay="500"/>
                                          </p:stCondLst>
                                        </p:cTn>
                                        <p:tgtEl>
                                          <p:spTgt spid="31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19" name="Shape 319"/>
        <p:cNvGrpSpPr/>
        <p:nvPr/>
      </p:nvGrpSpPr>
      <p:grpSpPr>
        <a:xfrm>
          <a:off x="0" y="0"/>
          <a:ext cx="0" cy="0"/>
          <a:chOff x="0" y="0"/>
          <a:chExt cx="0" cy="0"/>
        </a:xfrm>
      </p:grpSpPr>
      <p:sp>
        <p:nvSpPr>
          <p:cNvPr id="320" name="Google Shape;320;p13"/>
          <p:cNvSpPr/>
          <p:nvPr/>
        </p:nvSpPr>
        <p:spPr>
          <a:xfrm>
            <a:off x="342900"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21" name="Google Shape;321;p13"/>
          <p:cNvSpPr/>
          <p:nvPr/>
        </p:nvSpPr>
        <p:spPr>
          <a:xfrm>
            <a:off x="1780794"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22" name="Google Shape;322;p13"/>
          <p:cNvSpPr/>
          <p:nvPr/>
        </p:nvSpPr>
        <p:spPr>
          <a:xfrm>
            <a:off x="3218688"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23" name="Google Shape;323;p13"/>
          <p:cNvSpPr/>
          <p:nvPr/>
        </p:nvSpPr>
        <p:spPr>
          <a:xfrm>
            <a:off x="4656582"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24" name="Google Shape;324;p13"/>
          <p:cNvSpPr/>
          <p:nvPr/>
        </p:nvSpPr>
        <p:spPr>
          <a:xfrm>
            <a:off x="6094476"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25" name="Google Shape;325;p13"/>
          <p:cNvSpPr/>
          <p:nvPr/>
        </p:nvSpPr>
        <p:spPr>
          <a:xfrm>
            <a:off x="7532370"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26" name="Google Shape;326;p13"/>
          <p:cNvSpPr txBox="1"/>
          <p:nvPr/>
        </p:nvSpPr>
        <p:spPr>
          <a:xfrm>
            <a:off x="0" y="658320"/>
            <a:ext cx="9144000" cy="2086725"/>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Corben"/>
                <a:ea typeface="Corben"/>
                <a:cs typeface="Corben"/>
                <a:sym typeface="Corben"/>
              </a:rPr>
              <a:t>You can't take away</a:t>
            </a:r>
            <a:br>
              <a:rPr b="0" i="0" lang="en-US" sz="4800" u="none" cap="none" strike="noStrike">
                <a:solidFill>
                  <a:schemeClr val="lt1"/>
                </a:solidFill>
                <a:latin typeface="Corben"/>
                <a:ea typeface="Corben"/>
                <a:cs typeface="Corben"/>
                <a:sym typeface="Corben"/>
              </a:rPr>
            </a:br>
            <a:r>
              <a:rPr b="0" i="0" lang="en-US" sz="4800" u="none" cap="none" strike="noStrike">
                <a:solidFill>
                  <a:schemeClr val="lt1"/>
                </a:solidFill>
                <a:latin typeface="Corben"/>
                <a:ea typeface="Corben"/>
                <a:cs typeface="Corben"/>
                <a:sym typeface="Corben"/>
              </a:rPr>
              <a:t>middle cards. Only cards </a:t>
            </a:r>
            <a:br>
              <a:rPr b="0" i="0" lang="en-US" sz="4800" u="none" cap="none" strike="noStrike">
                <a:solidFill>
                  <a:schemeClr val="lt1"/>
                </a:solidFill>
                <a:latin typeface="Corben"/>
                <a:ea typeface="Corben"/>
                <a:cs typeface="Corben"/>
                <a:sym typeface="Corben"/>
              </a:rPr>
            </a:br>
            <a:r>
              <a:rPr b="0" i="0" lang="en-US" sz="4800" u="none" cap="none" strike="noStrike">
                <a:solidFill>
                  <a:schemeClr val="lt1"/>
                </a:solidFill>
                <a:latin typeface="Corben"/>
                <a:ea typeface="Corben"/>
                <a:cs typeface="Corben"/>
                <a:sym typeface="Corben"/>
              </a:rPr>
              <a:t>at the ends.</a:t>
            </a:r>
            <a:endParaRPr b="0" i="0" sz="5400" u="none" cap="none" strike="noStrike">
              <a:solidFill>
                <a:srgbClr val="138677"/>
              </a:solidFill>
              <a:latin typeface="Arial"/>
              <a:ea typeface="Arial"/>
              <a:cs typeface="Arial"/>
              <a:sym typeface="Arial"/>
            </a:endParaRPr>
          </a:p>
        </p:txBody>
      </p:sp>
      <p:pic>
        <p:nvPicPr>
          <p:cNvPr descr="Image result for x mark&quot;" id="327" name="Google Shape;327;p13"/>
          <p:cNvPicPr preferRelativeResize="0"/>
          <p:nvPr/>
        </p:nvPicPr>
        <p:blipFill rotWithShape="1">
          <a:blip r:embed="rId4">
            <a:alphaModFix/>
          </a:blip>
          <a:srcRect b="0" l="0" r="0" t="0"/>
          <a:stretch/>
        </p:blipFill>
        <p:spPr>
          <a:xfrm>
            <a:off x="1732604" y="3333750"/>
            <a:ext cx="1341487" cy="1341487"/>
          </a:xfrm>
          <a:prstGeom prst="rect">
            <a:avLst/>
          </a:prstGeom>
          <a:noFill/>
          <a:ln>
            <a:noFill/>
          </a:ln>
        </p:spPr>
      </p:pic>
      <p:pic>
        <p:nvPicPr>
          <p:cNvPr descr="Image result for x mark&quot;" id="328" name="Google Shape;328;p13"/>
          <p:cNvPicPr preferRelativeResize="0"/>
          <p:nvPr/>
        </p:nvPicPr>
        <p:blipFill rotWithShape="1">
          <a:blip r:embed="rId4">
            <a:alphaModFix/>
          </a:blip>
          <a:srcRect b="0" l="0" r="0" t="0"/>
          <a:stretch/>
        </p:blipFill>
        <p:spPr>
          <a:xfrm>
            <a:off x="3182309" y="3333750"/>
            <a:ext cx="1341487" cy="1341487"/>
          </a:xfrm>
          <a:prstGeom prst="rect">
            <a:avLst/>
          </a:prstGeom>
          <a:noFill/>
          <a:ln>
            <a:noFill/>
          </a:ln>
        </p:spPr>
      </p:pic>
      <p:pic>
        <p:nvPicPr>
          <p:cNvPr descr="Image result for x mark&quot;" id="329" name="Google Shape;329;p13"/>
          <p:cNvPicPr preferRelativeResize="0"/>
          <p:nvPr/>
        </p:nvPicPr>
        <p:blipFill rotWithShape="1">
          <a:blip r:embed="rId4">
            <a:alphaModFix/>
          </a:blip>
          <a:srcRect b="0" l="0" r="0" t="0"/>
          <a:stretch/>
        </p:blipFill>
        <p:spPr>
          <a:xfrm>
            <a:off x="4620203" y="3333750"/>
            <a:ext cx="1341487" cy="1341487"/>
          </a:xfrm>
          <a:prstGeom prst="rect">
            <a:avLst/>
          </a:prstGeom>
          <a:noFill/>
          <a:ln>
            <a:noFill/>
          </a:ln>
        </p:spPr>
      </p:pic>
      <p:pic>
        <p:nvPicPr>
          <p:cNvPr descr="Image result for x mark&quot;" id="330" name="Google Shape;330;p13"/>
          <p:cNvPicPr preferRelativeResize="0"/>
          <p:nvPr/>
        </p:nvPicPr>
        <p:blipFill rotWithShape="1">
          <a:blip r:embed="rId4">
            <a:alphaModFix/>
          </a:blip>
          <a:srcRect b="0" l="0" r="0" t="0"/>
          <a:stretch/>
        </p:blipFill>
        <p:spPr>
          <a:xfrm>
            <a:off x="6058096" y="3333750"/>
            <a:ext cx="1341487" cy="1341487"/>
          </a:xfrm>
          <a:prstGeom prst="rect">
            <a:avLst/>
          </a:prstGeom>
          <a:noFill/>
          <a:ln>
            <a:noFill/>
          </a:ln>
        </p:spPr>
      </p:pic>
      <p:pic>
        <p:nvPicPr>
          <p:cNvPr descr="Image result for check mark&quot;" id="331" name="Google Shape;331;p13"/>
          <p:cNvPicPr preferRelativeResize="0"/>
          <p:nvPr/>
        </p:nvPicPr>
        <p:blipFill rotWithShape="1">
          <a:blip r:embed="rId5">
            <a:alphaModFix/>
          </a:blip>
          <a:srcRect b="0" l="0" r="0" t="0"/>
          <a:stretch/>
        </p:blipFill>
        <p:spPr>
          <a:xfrm>
            <a:off x="7620000" y="3437083"/>
            <a:ext cx="1085754" cy="1085754"/>
          </a:xfrm>
          <a:prstGeom prst="rect">
            <a:avLst/>
          </a:prstGeom>
          <a:noFill/>
          <a:ln>
            <a:noFill/>
          </a:ln>
        </p:spPr>
      </p:pic>
      <p:pic>
        <p:nvPicPr>
          <p:cNvPr descr="Image result for check mark&quot;" id="332" name="Google Shape;332;p13"/>
          <p:cNvPicPr preferRelativeResize="0"/>
          <p:nvPr/>
        </p:nvPicPr>
        <p:blipFill rotWithShape="1">
          <a:blip r:embed="rId5">
            <a:alphaModFix/>
          </a:blip>
          <a:srcRect b="0" l="0" r="0" t="0"/>
          <a:stretch/>
        </p:blipFill>
        <p:spPr>
          <a:xfrm>
            <a:off x="438321" y="3437083"/>
            <a:ext cx="1085754" cy="10857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37" name="Shape 337"/>
        <p:cNvGrpSpPr/>
        <p:nvPr/>
      </p:nvGrpSpPr>
      <p:grpSpPr>
        <a:xfrm>
          <a:off x="0" y="0"/>
          <a:ext cx="0" cy="0"/>
          <a:chOff x="0" y="0"/>
          <a:chExt cx="0" cy="0"/>
        </a:xfrm>
      </p:grpSpPr>
      <p:sp>
        <p:nvSpPr>
          <p:cNvPr id="338" name="Google Shape;338;p14"/>
          <p:cNvSpPr/>
          <p:nvPr/>
        </p:nvSpPr>
        <p:spPr>
          <a:xfrm>
            <a:off x="1061847" y="365552"/>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39" name="Google Shape;339;p14"/>
          <p:cNvSpPr/>
          <p:nvPr/>
        </p:nvSpPr>
        <p:spPr>
          <a:xfrm>
            <a:off x="2499741" y="365552"/>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0" name="Google Shape;340;p14"/>
          <p:cNvSpPr/>
          <p:nvPr/>
        </p:nvSpPr>
        <p:spPr>
          <a:xfrm>
            <a:off x="3937635" y="365552"/>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1" name="Google Shape;341;p14"/>
          <p:cNvSpPr/>
          <p:nvPr/>
        </p:nvSpPr>
        <p:spPr>
          <a:xfrm>
            <a:off x="5375529" y="365552"/>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2" name="Google Shape;342;p14"/>
          <p:cNvSpPr/>
          <p:nvPr/>
        </p:nvSpPr>
        <p:spPr>
          <a:xfrm>
            <a:off x="6813423" y="365552"/>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3" name="Google Shape;343;p14"/>
          <p:cNvSpPr/>
          <p:nvPr/>
        </p:nvSpPr>
        <p:spPr>
          <a:xfrm>
            <a:off x="2499741" y="1937385"/>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4" name="Google Shape;344;p14"/>
          <p:cNvSpPr/>
          <p:nvPr/>
        </p:nvSpPr>
        <p:spPr>
          <a:xfrm>
            <a:off x="3937635" y="1937385"/>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5" name="Google Shape;345;p14"/>
          <p:cNvSpPr/>
          <p:nvPr/>
        </p:nvSpPr>
        <p:spPr>
          <a:xfrm>
            <a:off x="5375529" y="1937385"/>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6" name="Google Shape;346;p14"/>
          <p:cNvSpPr/>
          <p:nvPr/>
        </p:nvSpPr>
        <p:spPr>
          <a:xfrm>
            <a:off x="6813423" y="1937385"/>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7" name="Google Shape;347;p14"/>
          <p:cNvSpPr/>
          <p:nvPr/>
        </p:nvSpPr>
        <p:spPr>
          <a:xfrm>
            <a:off x="2499741" y="3455574"/>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8" name="Google Shape;348;p14"/>
          <p:cNvSpPr/>
          <p:nvPr/>
        </p:nvSpPr>
        <p:spPr>
          <a:xfrm>
            <a:off x="3937635" y="3455574"/>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49" name="Google Shape;349;p14"/>
          <p:cNvSpPr/>
          <p:nvPr/>
        </p:nvSpPr>
        <p:spPr>
          <a:xfrm>
            <a:off x="5375529" y="3455574"/>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pic>
        <p:nvPicPr>
          <p:cNvPr descr="Image result for check mark&quot;" id="350" name="Google Shape;350;p14"/>
          <p:cNvPicPr preferRelativeResize="0"/>
          <p:nvPr/>
        </p:nvPicPr>
        <p:blipFill rotWithShape="1">
          <a:blip r:embed="rId4">
            <a:alphaModFix/>
          </a:blip>
          <a:srcRect b="0" l="0" r="0" t="0"/>
          <a:stretch/>
        </p:blipFill>
        <p:spPr>
          <a:xfrm>
            <a:off x="6891147" y="412666"/>
            <a:ext cx="1085754" cy="1085754"/>
          </a:xfrm>
          <a:prstGeom prst="rect">
            <a:avLst/>
          </a:prstGeom>
          <a:noFill/>
          <a:ln>
            <a:noFill/>
          </a:ln>
        </p:spPr>
      </p:pic>
      <p:pic>
        <p:nvPicPr>
          <p:cNvPr descr="Image result for check mark&quot;" id="351" name="Google Shape;351;p14"/>
          <p:cNvPicPr preferRelativeResize="0"/>
          <p:nvPr/>
        </p:nvPicPr>
        <p:blipFill rotWithShape="1">
          <a:blip r:embed="rId4">
            <a:alphaModFix/>
          </a:blip>
          <a:srcRect b="0" l="0" r="0" t="0"/>
          <a:stretch/>
        </p:blipFill>
        <p:spPr>
          <a:xfrm>
            <a:off x="1157268" y="412666"/>
            <a:ext cx="1085754" cy="1085754"/>
          </a:xfrm>
          <a:prstGeom prst="rect">
            <a:avLst/>
          </a:prstGeom>
          <a:noFill/>
          <a:ln>
            <a:noFill/>
          </a:ln>
        </p:spPr>
      </p:pic>
      <p:pic>
        <p:nvPicPr>
          <p:cNvPr descr="Image result for check mark&quot;" id="352" name="Google Shape;352;p14"/>
          <p:cNvPicPr preferRelativeResize="0"/>
          <p:nvPr/>
        </p:nvPicPr>
        <p:blipFill rotWithShape="1">
          <a:blip r:embed="rId4">
            <a:alphaModFix/>
          </a:blip>
          <a:srcRect b="0" l="0" r="0" t="0"/>
          <a:stretch/>
        </p:blipFill>
        <p:spPr>
          <a:xfrm>
            <a:off x="6891147" y="2009327"/>
            <a:ext cx="1085754" cy="1085754"/>
          </a:xfrm>
          <a:prstGeom prst="rect">
            <a:avLst/>
          </a:prstGeom>
          <a:noFill/>
          <a:ln>
            <a:noFill/>
          </a:ln>
        </p:spPr>
      </p:pic>
      <p:pic>
        <p:nvPicPr>
          <p:cNvPr descr="Image result for check mark&quot;" id="353" name="Google Shape;353;p14"/>
          <p:cNvPicPr preferRelativeResize="0"/>
          <p:nvPr/>
        </p:nvPicPr>
        <p:blipFill rotWithShape="1">
          <a:blip r:embed="rId4">
            <a:alphaModFix/>
          </a:blip>
          <a:srcRect b="0" l="0" r="0" t="0"/>
          <a:stretch/>
        </p:blipFill>
        <p:spPr>
          <a:xfrm>
            <a:off x="2585194" y="2009327"/>
            <a:ext cx="1085754" cy="1085754"/>
          </a:xfrm>
          <a:prstGeom prst="rect">
            <a:avLst/>
          </a:prstGeom>
          <a:noFill/>
          <a:ln>
            <a:noFill/>
          </a:ln>
        </p:spPr>
      </p:pic>
      <p:pic>
        <p:nvPicPr>
          <p:cNvPr descr="Image result for check mark&quot;" id="354" name="Google Shape;354;p14"/>
          <p:cNvPicPr preferRelativeResize="0"/>
          <p:nvPr/>
        </p:nvPicPr>
        <p:blipFill rotWithShape="1">
          <a:blip r:embed="rId4">
            <a:alphaModFix/>
          </a:blip>
          <a:srcRect b="0" l="0" r="0" t="0"/>
          <a:stretch/>
        </p:blipFill>
        <p:spPr>
          <a:xfrm>
            <a:off x="5457964" y="3524747"/>
            <a:ext cx="1085754" cy="1085754"/>
          </a:xfrm>
          <a:prstGeom prst="rect">
            <a:avLst/>
          </a:prstGeom>
          <a:noFill/>
          <a:ln>
            <a:noFill/>
          </a:ln>
        </p:spPr>
      </p:pic>
      <p:pic>
        <p:nvPicPr>
          <p:cNvPr descr="Image result for check mark&quot;" id="355" name="Google Shape;355;p14"/>
          <p:cNvPicPr preferRelativeResize="0"/>
          <p:nvPr/>
        </p:nvPicPr>
        <p:blipFill rotWithShape="1">
          <a:blip r:embed="rId4">
            <a:alphaModFix/>
          </a:blip>
          <a:srcRect b="0" l="0" r="0" t="0"/>
          <a:stretch/>
        </p:blipFill>
        <p:spPr>
          <a:xfrm>
            <a:off x="2585194" y="3524747"/>
            <a:ext cx="1085754" cy="1085754"/>
          </a:xfrm>
          <a:prstGeom prst="rect">
            <a:avLst/>
          </a:prstGeom>
          <a:noFill/>
          <a:ln>
            <a:noFill/>
          </a:ln>
        </p:spPr>
      </p:pic>
      <p:pic>
        <p:nvPicPr>
          <p:cNvPr descr="Image result for x mark&quot;" id="356" name="Google Shape;356;p14"/>
          <p:cNvPicPr preferRelativeResize="0"/>
          <p:nvPr/>
        </p:nvPicPr>
        <p:blipFill rotWithShape="1">
          <a:blip r:embed="rId5">
            <a:alphaModFix/>
          </a:blip>
          <a:srcRect b="0" l="0" r="0" t="0"/>
          <a:stretch/>
        </p:blipFill>
        <p:spPr>
          <a:xfrm>
            <a:off x="2451551" y="309333"/>
            <a:ext cx="1341487" cy="1341487"/>
          </a:xfrm>
          <a:prstGeom prst="rect">
            <a:avLst/>
          </a:prstGeom>
          <a:noFill/>
          <a:ln>
            <a:noFill/>
          </a:ln>
        </p:spPr>
      </p:pic>
      <p:pic>
        <p:nvPicPr>
          <p:cNvPr descr="Image result for x mark&quot;" id="357" name="Google Shape;357;p14"/>
          <p:cNvPicPr preferRelativeResize="0"/>
          <p:nvPr/>
        </p:nvPicPr>
        <p:blipFill rotWithShape="1">
          <a:blip r:embed="rId5">
            <a:alphaModFix/>
          </a:blip>
          <a:srcRect b="0" l="0" r="0" t="0"/>
          <a:stretch/>
        </p:blipFill>
        <p:spPr>
          <a:xfrm>
            <a:off x="3901256" y="309333"/>
            <a:ext cx="1341487" cy="1341487"/>
          </a:xfrm>
          <a:prstGeom prst="rect">
            <a:avLst/>
          </a:prstGeom>
          <a:noFill/>
          <a:ln>
            <a:noFill/>
          </a:ln>
        </p:spPr>
      </p:pic>
      <p:pic>
        <p:nvPicPr>
          <p:cNvPr descr="Image result for x mark&quot;" id="358" name="Google Shape;358;p14"/>
          <p:cNvPicPr preferRelativeResize="0"/>
          <p:nvPr/>
        </p:nvPicPr>
        <p:blipFill rotWithShape="1">
          <a:blip r:embed="rId5">
            <a:alphaModFix/>
          </a:blip>
          <a:srcRect b="0" l="0" r="0" t="0"/>
          <a:stretch/>
        </p:blipFill>
        <p:spPr>
          <a:xfrm>
            <a:off x="5339150" y="309333"/>
            <a:ext cx="1341487" cy="1341487"/>
          </a:xfrm>
          <a:prstGeom prst="rect">
            <a:avLst/>
          </a:prstGeom>
          <a:noFill/>
          <a:ln>
            <a:noFill/>
          </a:ln>
        </p:spPr>
      </p:pic>
      <p:pic>
        <p:nvPicPr>
          <p:cNvPr descr="Image result for x mark&quot;" id="359" name="Google Shape;359;p14"/>
          <p:cNvPicPr preferRelativeResize="0"/>
          <p:nvPr/>
        </p:nvPicPr>
        <p:blipFill rotWithShape="1">
          <a:blip r:embed="rId5">
            <a:alphaModFix/>
          </a:blip>
          <a:srcRect b="0" l="0" r="0" t="0"/>
          <a:stretch/>
        </p:blipFill>
        <p:spPr>
          <a:xfrm>
            <a:off x="3901256" y="1905994"/>
            <a:ext cx="1341487" cy="1341487"/>
          </a:xfrm>
          <a:prstGeom prst="rect">
            <a:avLst/>
          </a:prstGeom>
          <a:noFill/>
          <a:ln>
            <a:noFill/>
          </a:ln>
        </p:spPr>
      </p:pic>
      <p:pic>
        <p:nvPicPr>
          <p:cNvPr descr="Image result for x mark&quot;" id="360" name="Google Shape;360;p14"/>
          <p:cNvPicPr preferRelativeResize="0"/>
          <p:nvPr/>
        </p:nvPicPr>
        <p:blipFill rotWithShape="1">
          <a:blip r:embed="rId5">
            <a:alphaModFix/>
          </a:blip>
          <a:srcRect b="0" l="0" r="0" t="0"/>
          <a:stretch/>
        </p:blipFill>
        <p:spPr>
          <a:xfrm>
            <a:off x="5339150" y="1905994"/>
            <a:ext cx="1341487" cy="1341487"/>
          </a:xfrm>
          <a:prstGeom prst="rect">
            <a:avLst/>
          </a:prstGeom>
          <a:noFill/>
          <a:ln>
            <a:noFill/>
          </a:ln>
        </p:spPr>
      </p:pic>
      <p:pic>
        <p:nvPicPr>
          <p:cNvPr descr="Image result for x mark&quot;" id="361" name="Google Shape;361;p14"/>
          <p:cNvPicPr preferRelativeResize="0"/>
          <p:nvPr/>
        </p:nvPicPr>
        <p:blipFill rotWithShape="1">
          <a:blip r:embed="rId5">
            <a:alphaModFix/>
          </a:blip>
          <a:srcRect b="0" l="0" r="0" t="0"/>
          <a:stretch/>
        </p:blipFill>
        <p:spPr>
          <a:xfrm>
            <a:off x="3901256" y="3421414"/>
            <a:ext cx="1341487" cy="134148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66" name="Shape 366"/>
        <p:cNvGrpSpPr/>
        <p:nvPr/>
      </p:nvGrpSpPr>
      <p:grpSpPr>
        <a:xfrm>
          <a:off x="0" y="0"/>
          <a:ext cx="0" cy="0"/>
          <a:chOff x="0" y="0"/>
          <a:chExt cx="0" cy="0"/>
        </a:xfrm>
      </p:grpSpPr>
      <p:sp>
        <p:nvSpPr>
          <p:cNvPr id="367" name="Google Shape;367;p15"/>
          <p:cNvSpPr/>
          <p:nvPr/>
        </p:nvSpPr>
        <p:spPr>
          <a:xfrm>
            <a:off x="342900"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68" name="Google Shape;368;p15"/>
          <p:cNvSpPr/>
          <p:nvPr/>
        </p:nvSpPr>
        <p:spPr>
          <a:xfrm>
            <a:off x="1780794"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69" name="Google Shape;369;p15"/>
          <p:cNvSpPr/>
          <p:nvPr/>
        </p:nvSpPr>
        <p:spPr>
          <a:xfrm>
            <a:off x="3218688"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70" name="Google Shape;370;p15"/>
          <p:cNvSpPr/>
          <p:nvPr/>
        </p:nvSpPr>
        <p:spPr>
          <a:xfrm>
            <a:off x="4656582"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71" name="Google Shape;371;p15"/>
          <p:cNvSpPr/>
          <p:nvPr/>
        </p:nvSpPr>
        <p:spPr>
          <a:xfrm>
            <a:off x="6094476"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72" name="Google Shape;372;p15"/>
          <p:cNvSpPr/>
          <p:nvPr/>
        </p:nvSpPr>
        <p:spPr>
          <a:xfrm>
            <a:off x="7532370" y="3360420"/>
            <a:ext cx="1268730" cy="1268730"/>
          </a:xfrm>
          <a:prstGeom prst="rect">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373" name="Google Shape;373;p15"/>
          <p:cNvSpPr txBox="1"/>
          <p:nvPr/>
        </p:nvSpPr>
        <p:spPr>
          <a:xfrm>
            <a:off x="0" y="742843"/>
            <a:ext cx="9144000" cy="2086725"/>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Corben"/>
                <a:ea typeface="Corben"/>
                <a:cs typeface="Corben"/>
                <a:sym typeface="Corben"/>
              </a:rPr>
              <a:t>If you take away all </a:t>
            </a:r>
            <a:br>
              <a:rPr b="0" i="0" lang="en-US" sz="4800" u="none" cap="none" strike="noStrike">
                <a:solidFill>
                  <a:schemeClr val="lt1"/>
                </a:solidFill>
                <a:latin typeface="Corben"/>
                <a:ea typeface="Corben"/>
                <a:cs typeface="Corben"/>
                <a:sym typeface="Corben"/>
              </a:rPr>
            </a:br>
            <a:r>
              <a:rPr b="0" i="0" lang="en-US" sz="4800" u="none" cap="none" strike="noStrike">
                <a:solidFill>
                  <a:schemeClr val="lt1"/>
                </a:solidFill>
                <a:latin typeface="Corben"/>
                <a:ea typeface="Corben"/>
                <a:cs typeface="Corben"/>
                <a:sym typeface="Corben"/>
              </a:rPr>
              <a:t>your cards, say BINGO! </a:t>
            </a:r>
            <a:br>
              <a:rPr b="0" i="0" lang="en-US" sz="4800" u="none" cap="none" strike="noStrike">
                <a:solidFill>
                  <a:schemeClr val="lt1"/>
                </a:solidFill>
                <a:latin typeface="Corben"/>
                <a:ea typeface="Corben"/>
                <a:cs typeface="Corben"/>
                <a:sym typeface="Corben"/>
              </a:rPr>
            </a:br>
            <a:r>
              <a:rPr b="0" i="0" lang="en-US" sz="4800" u="none" cap="none" strike="noStrike">
                <a:solidFill>
                  <a:schemeClr val="lt1"/>
                </a:solidFill>
                <a:latin typeface="Corben"/>
                <a:ea typeface="Corben"/>
                <a:cs typeface="Corben"/>
                <a:sym typeface="Corben"/>
              </a:rPr>
              <a:t>You win the game!</a:t>
            </a:r>
            <a:endParaRPr b="0" i="0" sz="5400" u="none" cap="none" strike="noStrike">
              <a:solidFill>
                <a:srgbClr val="138677"/>
              </a:solidFill>
              <a:latin typeface="Arial"/>
              <a:ea typeface="Arial"/>
              <a:cs typeface="Arial"/>
              <a:sym typeface="Arial"/>
            </a:endParaRPr>
          </a:p>
        </p:txBody>
      </p:sp>
      <p:sp>
        <p:nvSpPr>
          <p:cNvPr id="374" name="Google Shape;374;p15"/>
          <p:cNvSpPr txBox="1"/>
          <p:nvPr/>
        </p:nvSpPr>
        <p:spPr>
          <a:xfrm>
            <a:off x="1181100" y="2995702"/>
            <a:ext cx="6781800" cy="1862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0"/>
              <a:buFont typeface="Arial"/>
              <a:buNone/>
            </a:pPr>
            <a:r>
              <a:rPr b="0" i="0" lang="en-US" sz="11500" u="none" cap="none" strike="noStrike">
                <a:solidFill>
                  <a:schemeClr val="accent1"/>
                </a:solidFill>
                <a:latin typeface="Corben"/>
                <a:ea typeface="Corben"/>
                <a:cs typeface="Corben"/>
                <a:sym typeface="Corben"/>
              </a:rPr>
              <a:t>BINGO!</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367"/>
                                        </p:tgtEl>
                                        <p:attrNameLst>
                                          <p:attrName>ppt_y</p:attrName>
                                        </p:attrNameLst>
                                      </p:cBhvr>
                                      <p:tavLst>
                                        <p:tav fmla="" tm="0">
                                          <p:val>
                                            <p:strVal val="#ppt_y"/>
                                          </p:val>
                                        </p:tav>
                                        <p:tav fmla="" tm="100000">
                                          <p:val>
                                            <p:strVal val="#ppt_y+1"/>
                                          </p:val>
                                        </p:tav>
                                      </p:tavLst>
                                    </p:anim>
                                    <p:set>
                                      <p:cBhvr>
                                        <p:cTn dur="1" fill="hold">
                                          <p:stCondLst>
                                            <p:cond delay="500"/>
                                          </p:stCondLst>
                                        </p:cTn>
                                        <p:tgtEl>
                                          <p:spTgt spid="367"/>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2" presetSubtype="4">
                                  <p:stCondLst>
                                    <p:cond delay="0"/>
                                  </p:stCondLst>
                                  <p:childTnLst>
                                    <p:anim calcmode="lin" valueType="num">
                                      <p:cBhvr additive="base">
                                        <p:cTn dur="500"/>
                                        <p:tgtEl>
                                          <p:spTgt spid="372"/>
                                        </p:tgtEl>
                                        <p:attrNameLst>
                                          <p:attrName>ppt_y</p:attrName>
                                        </p:attrNameLst>
                                      </p:cBhvr>
                                      <p:tavLst>
                                        <p:tav fmla="" tm="0">
                                          <p:val>
                                            <p:strVal val="#ppt_y"/>
                                          </p:val>
                                        </p:tav>
                                        <p:tav fmla="" tm="100000">
                                          <p:val>
                                            <p:strVal val="#ppt_y+1"/>
                                          </p:val>
                                        </p:tav>
                                      </p:tavLst>
                                    </p:anim>
                                    <p:set>
                                      <p:cBhvr>
                                        <p:cTn dur="1" fill="hold">
                                          <p:stCondLst>
                                            <p:cond delay="500"/>
                                          </p:stCondLst>
                                        </p:cTn>
                                        <p:tgtEl>
                                          <p:spTgt spid="372"/>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2" presetSubtype="4">
                                  <p:stCondLst>
                                    <p:cond delay="0"/>
                                  </p:stCondLst>
                                  <p:childTnLst>
                                    <p:anim calcmode="lin" valueType="num">
                                      <p:cBhvr additive="base">
                                        <p:cTn dur="500"/>
                                        <p:tgtEl>
                                          <p:spTgt spid="368"/>
                                        </p:tgtEl>
                                        <p:attrNameLst>
                                          <p:attrName>ppt_y</p:attrName>
                                        </p:attrNameLst>
                                      </p:cBhvr>
                                      <p:tavLst>
                                        <p:tav fmla="" tm="0">
                                          <p:val>
                                            <p:strVal val="#ppt_y"/>
                                          </p:val>
                                        </p:tav>
                                        <p:tav fmla="" tm="100000">
                                          <p:val>
                                            <p:strVal val="#ppt_y+1"/>
                                          </p:val>
                                        </p:tav>
                                      </p:tavLst>
                                    </p:anim>
                                    <p:set>
                                      <p:cBhvr>
                                        <p:cTn dur="1" fill="hold">
                                          <p:stCondLst>
                                            <p:cond delay="500"/>
                                          </p:stCondLst>
                                        </p:cTn>
                                        <p:tgtEl>
                                          <p:spTgt spid="368"/>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2" presetSubtype="4">
                                  <p:stCondLst>
                                    <p:cond delay="0"/>
                                  </p:stCondLst>
                                  <p:childTnLst>
                                    <p:anim calcmode="lin" valueType="num">
                                      <p:cBhvr additive="base">
                                        <p:cTn dur="500"/>
                                        <p:tgtEl>
                                          <p:spTgt spid="371"/>
                                        </p:tgtEl>
                                        <p:attrNameLst>
                                          <p:attrName>ppt_y</p:attrName>
                                        </p:attrNameLst>
                                      </p:cBhvr>
                                      <p:tavLst>
                                        <p:tav fmla="" tm="0">
                                          <p:val>
                                            <p:strVal val="#ppt_y"/>
                                          </p:val>
                                        </p:tav>
                                        <p:tav fmla="" tm="100000">
                                          <p:val>
                                            <p:strVal val="#ppt_y+1"/>
                                          </p:val>
                                        </p:tav>
                                      </p:tavLst>
                                    </p:anim>
                                    <p:set>
                                      <p:cBhvr>
                                        <p:cTn dur="1" fill="hold">
                                          <p:stCondLst>
                                            <p:cond delay="500"/>
                                          </p:stCondLst>
                                        </p:cTn>
                                        <p:tgtEl>
                                          <p:spTgt spid="371"/>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2" presetSubtype="4">
                                  <p:stCondLst>
                                    <p:cond delay="0"/>
                                  </p:stCondLst>
                                  <p:childTnLst>
                                    <p:anim calcmode="lin" valueType="num">
                                      <p:cBhvr additive="base">
                                        <p:cTn dur="500"/>
                                        <p:tgtEl>
                                          <p:spTgt spid="369"/>
                                        </p:tgtEl>
                                        <p:attrNameLst>
                                          <p:attrName>ppt_y</p:attrName>
                                        </p:attrNameLst>
                                      </p:cBhvr>
                                      <p:tavLst>
                                        <p:tav fmla="" tm="0">
                                          <p:val>
                                            <p:strVal val="#ppt_y"/>
                                          </p:val>
                                        </p:tav>
                                        <p:tav fmla="" tm="100000">
                                          <p:val>
                                            <p:strVal val="#ppt_y+1"/>
                                          </p:val>
                                        </p:tav>
                                      </p:tavLst>
                                    </p:anim>
                                    <p:set>
                                      <p:cBhvr>
                                        <p:cTn dur="1" fill="hold">
                                          <p:stCondLst>
                                            <p:cond delay="500"/>
                                          </p:stCondLst>
                                        </p:cTn>
                                        <p:tgtEl>
                                          <p:spTgt spid="369"/>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4">
                                  <p:stCondLst>
                                    <p:cond delay="0"/>
                                  </p:stCondLst>
                                  <p:childTnLst>
                                    <p:anim calcmode="lin" valueType="num">
                                      <p:cBhvr additive="base">
                                        <p:cTn dur="500"/>
                                        <p:tgtEl>
                                          <p:spTgt spid="370"/>
                                        </p:tgtEl>
                                        <p:attrNameLst>
                                          <p:attrName>ppt_y</p:attrName>
                                        </p:attrNameLst>
                                      </p:cBhvr>
                                      <p:tavLst>
                                        <p:tav fmla="" tm="0">
                                          <p:val>
                                            <p:strVal val="#ppt_y"/>
                                          </p:val>
                                        </p:tav>
                                        <p:tav fmla="" tm="100000">
                                          <p:val>
                                            <p:strVal val="#ppt_y+1"/>
                                          </p:val>
                                        </p:tav>
                                      </p:tavLst>
                                    </p:anim>
                                    <p:set>
                                      <p:cBhvr>
                                        <p:cTn dur="1" fill="hold">
                                          <p:stCondLst>
                                            <p:cond delay="500"/>
                                          </p:stCondLst>
                                        </p:cTn>
                                        <p:tgtEl>
                                          <p:spTgt spid="370"/>
                                        </p:tgtEl>
                                        <p:attrNameLst>
                                          <p:attrName>style.visibility</p:attrName>
                                        </p:attrNameLst>
                                      </p:cBhvr>
                                      <p:to>
                                        <p:strVal val="hidden"/>
                                      </p:to>
                                    </p:se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79" name="Shape 379"/>
        <p:cNvGrpSpPr/>
        <p:nvPr/>
      </p:nvGrpSpPr>
      <p:grpSpPr>
        <a:xfrm>
          <a:off x="0" y="0"/>
          <a:ext cx="0" cy="0"/>
          <a:chOff x="0" y="0"/>
          <a:chExt cx="0" cy="0"/>
        </a:xfrm>
      </p:grpSpPr>
      <p:sp>
        <p:nvSpPr>
          <p:cNvPr id="380" name="Google Shape;380;p16"/>
          <p:cNvSpPr/>
          <p:nvPr/>
        </p:nvSpPr>
        <p:spPr>
          <a:xfrm>
            <a:off x="1119418" y="908756"/>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381" name="Google Shape;381;p16"/>
          <p:cNvPicPr preferRelativeResize="0"/>
          <p:nvPr/>
        </p:nvPicPr>
        <p:blipFill rotWithShape="1">
          <a:blip r:embed="rId3">
            <a:alphaModFix/>
          </a:blip>
          <a:srcRect b="0" l="0" r="0" t="0"/>
          <a:stretch/>
        </p:blipFill>
        <p:spPr>
          <a:xfrm>
            <a:off x="1426840" y="1345572"/>
            <a:ext cx="978372" cy="719582"/>
          </a:xfrm>
          <a:prstGeom prst="rect">
            <a:avLst/>
          </a:prstGeom>
          <a:noFill/>
          <a:ln>
            <a:noFill/>
          </a:ln>
        </p:spPr>
      </p:pic>
      <p:sp>
        <p:nvSpPr>
          <p:cNvPr id="382" name="Google Shape;382;p16"/>
          <p:cNvSpPr/>
          <p:nvPr/>
        </p:nvSpPr>
        <p:spPr>
          <a:xfrm>
            <a:off x="2895600" y="908756"/>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383" name="Google Shape;383;p16"/>
          <p:cNvPicPr preferRelativeResize="0"/>
          <p:nvPr/>
        </p:nvPicPr>
        <p:blipFill rotWithShape="1">
          <a:blip r:embed="rId3">
            <a:alphaModFix/>
          </a:blip>
          <a:srcRect b="0" l="0" r="0" t="0"/>
          <a:stretch/>
        </p:blipFill>
        <p:spPr>
          <a:xfrm>
            <a:off x="3203022" y="1345572"/>
            <a:ext cx="978372" cy="719582"/>
          </a:xfrm>
          <a:prstGeom prst="rect">
            <a:avLst/>
          </a:prstGeom>
          <a:noFill/>
          <a:ln>
            <a:noFill/>
          </a:ln>
        </p:spPr>
      </p:pic>
      <p:sp>
        <p:nvSpPr>
          <p:cNvPr id="384" name="Google Shape;384;p16"/>
          <p:cNvSpPr/>
          <p:nvPr/>
        </p:nvSpPr>
        <p:spPr>
          <a:xfrm>
            <a:off x="4671782" y="908756"/>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385" name="Google Shape;385;p16"/>
          <p:cNvPicPr preferRelativeResize="0"/>
          <p:nvPr/>
        </p:nvPicPr>
        <p:blipFill rotWithShape="1">
          <a:blip r:embed="rId3">
            <a:alphaModFix/>
          </a:blip>
          <a:srcRect b="0" l="0" r="0" t="0"/>
          <a:stretch/>
        </p:blipFill>
        <p:spPr>
          <a:xfrm>
            <a:off x="4979204" y="1345572"/>
            <a:ext cx="978372" cy="719582"/>
          </a:xfrm>
          <a:prstGeom prst="rect">
            <a:avLst/>
          </a:prstGeom>
          <a:noFill/>
          <a:ln>
            <a:noFill/>
          </a:ln>
        </p:spPr>
      </p:pic>
      <p:sp>
        <p:nvSpPr>
          <p:cNvPr id="386" name="Google Shape;386;p16"/>
          <p:cNvSpPr/>
          <p:nvPr/>
        </p:nvSpPr>
        <p:spPr>
          <a:xfrm>
            <a:off x="6447964" y="908756"/>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387" name="Google Shape;387;p16"/>
          <p:cNvPicPr preferRelativeResize="0"/>
          <p:nvPr/>
        </p:nvPicPr>
        <p:blipFill rotWithShape="1">
          <a:blip r:embed="rId3">
            <a:alphaModFix/>
          </a:blip>
          <a:srcRect b="0" l="0" r="0" t="0"/>
          <a:stretch/>
        </p:blipFill>
        <p:spPr>
          <a:xfrm>
            <a:off x="6755386" y="1345572"/>
            <a:ext cx="978372" cy="719582"/>
          </a:xfrm>
          <a:prstGeom prst="rect">
            <a:avLst/>
          </a:prstGeom>
          <a:noFill/>
          <a:ln>
            <a:noFill/>
          </a:ln>
        </p:spPr>
      </p:pic>
      <p:sp>
        <p:nvSpPr>
          <p:cNvPr id="388" name="Google Shape;388;p16"/>
          <p:cNvSpPr/>
          <p:nvPr/>
        </p:nvSpPr>
        <p:spPr>
          <a:xfrm>
            <a:off x="6447964" y="2647950"/>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389" name="Google Shape;389;p16"/>
          <p:cNvPicPr preferRelativeResize="0"/>
          <p:nvPr/>
        </p:nvPicPr>
        <p:blipFill rotWithShape="1">
          <a:blip r:embed="rId3">
            <a:alphaModFix/>
          </a:blip>
          <a:srcRect b="0" l="0" r="0" t="0"/>
          <a:stretch/>
        </p:blipFill>
        <p:spPr>
          <a:xfrm>
            <a:off x="6755386" y="3084766"/>
            <a:ext cx="978372" cy="719582"/>
          </a:xfrm>
          <a:prstGeom prst="rect">
            <a:avLst/>
          </a:prstGeom>
          <a:noFill/>
          <a:ln>
            <a:noFill/>
          </a:ln>
        </p:spPr>
      </p:pic>
      <p:sp>
        <p:nvSpPr>
          <p:cNvPr id="390" name="Google Shape;390;p16"/>
          <p:cNvSpPr/>
          <p:nvPr/>
        </p:nvSpPr>
        <p:spPr>
          <a:xfrm>
            <a:off x="4671782" y="2647950"/>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391" name="Google Shape;391;p16"/>
          <p:cNvPicPr preferRelativeResize="0"/>
          <p:nvPr/>
        </p:nvPicPr>
        <p:blipFill rotWithShape="1">
          <a:blip r:embed="rId3">
            <a:alphaModFix/>
          </a:blip>
          <a:srcRect b="0" l="0" r="0" t="0"/>
          <a:stretch/>
        </p:blipFill>
        <p:spPr>
          <a:xfrm>
            <a:off x="4979204" y="3084766"/>
            <a:ext cx="978372" cy="719582"/>
          </a:xfrm>
          <a:prstGeom prst="rect">
            <a:avLst/>
          </a:prstGeom>
          <a:noFill/>
          <a:ln>
            <a:noFill/>
          </a:ln>
        </p:spPr>
      </p:pic>
      <p:sp>
        <p:nvSpPr>
          <p:cNvPr id="392" name="Google Shape;392;p16"/>
          <p:cNvSpPr/>
          <p:nvPr/>
        </p:nvSpPr>
        <p:spPr>
          <a:xfrm>
            <a:off x="2895600" y="2647950"/>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393" name="Google Shape;393;p16"/>
          <p:cNvPicPr preferRelativeResize="0"/>
          <p:nvPr/>
        </p:nvPicPr>
        <p:blipFill rotWithShape="1">
          <a:blip r:embed="rId3">
            <a:alphaModFix/>
          </a:blip>
          <a:srcRect b="0" l="0" r="0" t="0"/>
          <a:stretch/>
        </p:blipFill>
        <p:spPr>
          <a:xfrm>
            <a:off x="3203022" y="3084766"/>
            <a:ext cx="978372" cy="719582"/>
          </a:xfrm>
          <a:prstGeom prst="rect">
            <a:avLst/>
          </a:prstGeom>
          <a:noFill/>
          <a:ln>
            <a:noFill/>
          </a:ln>
        </p:spPr>
      </p:pic>
      <p:sp>
        <p:nvSpPr>
          <p:cNvPr id="394" name="Google Shape;394;p16"/>
          <p:cNvSpPr/>
          <p:nvPr/>
        </p:nvSpPr>
        <p:spPr>
          <a:xfrm>
            <a:off x="1119418" y="2647950"/>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395" name="Google Shape;395;p16"/>
          <p:cNvPicPr preferRelativeResize="0"/>
          <p:nvPr/>
        </p:nvPicPr>
        <p:blipFill rotWithShape="1">
          <a:blip r:embed="rId3">
            <a:alphaModFix/>
          </a:blip>
          <a:srcRect b="0" l="0" r="0" t="0"/>
          <a:stretch/>
        </p:blipFill>
        <p:spPr>
          <a:xfrm>
            <a:off x="1426840" y="3084766"/>
            <a:ext cx="978372" cy="71958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00" name="Shape 400"/>
        <p:cNvGrpSpPr/>
        <p:nvPr/>
      </p:nvGrpSpPr>
      <p:grpSpPr>
        <a:xfrm>
          <a:off x="0" y="0"/>
          <a:ext cx="0" cy="0"/>
          <a:chOff x="0" y="0"/>
          <a:chExt cx="0" cy="0"/>
        </a:xfrm>
      </p:grpSpPr>
      <p:sp>
        <p:nvSpPr>
          <p:cNvPr id="401" name="Google Shape;401;p17"/>
          <p:cNvSpPr/>
          <p:nvPr/>
        </p:nvSpPr>
        <p:spPr>
          <a:xfrm>
            <a:off x="1119418" y="908756"/>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402" name="Google Shape;402;p17"/>
          <p:cNvSpPr/>
          <p:nvPr/>
        </p:nvSpPr>
        <p:spPr>
          <a:xfrm>
            <a:off x="2895600" y="908756"/>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403" name="Google Shape;403;p17"/>
          <p:cNvSpPr/>
          <p:nvPr/>
        </p:nvSpPr>
        <p:spPr>
          <a:xfrm>
            <a:off x="4671782" y="908756"/>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404" name="Google Shape;404;p17"/>
          <p:cNvSpPr/>
          <p:nvPr/>
        </p:nvSpPr>
        <p:spPr>
          <a:xfrm>
            <a:off x="6447964" y="908756"/>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405" name="Google Shape;405;p17"/>
          <p:cNvSpPr/>
          <p:nvPr/>
        </p:nvSpPr>
        <p:spPr>
          <a:xfrm>
            <a:off x="6447964" y="2647950"/>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406" name="Google Shape;406;p17"/>
          <p:cNvSpPr/>
          <p:nvPr/>
        </p:nvSpPr>
        <p:spPr>
          <a:xfrm>
            <a:off x="4671782" y="2647950"/>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407" name="Google Shape;407;p17"/>
          <p:cNvSpPr/>
          <p:nvPr/>
        </p:nvSpPr>
        <p:spPr>
          <a:xfrm>
            <a:off x="2895600" y="2647950"/>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
        <p:nvSpPr>
          <p:cNvPr id="408" name="Google Shape;408;p17"/>
          <p:cNvSpPr/>
          <p:nvPr/>
        </p:nvSpPr>
        <p:spPr>
          <a:xfrm>
            <a:off x="1119418" y="2647950"/>
            <a:ext cx="1593217" cy="1593217"/>
          </a:xfrm>
          <a:prstGeom prst="rect">
            <a:avLst/>
          </a:prstGeom>
          <a:no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262626"/>
                </a:solidFill>
                <a:latin typeface="Corben"/>
                <a:ea typeface="Corben"/>
                <a:cs typeface="Corben"/>
                <a:sym typeface="Corben"/>
              </a:rPr>
              <a:t>word or sentence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Executive">
  <a:themeElements>
    <a:clrScheme name="Executive">
      <a:dk1>
        <a:srgbClr val="000000"/>
      </a:dk1>
      <a:lt1>
        <a:srgbClr val="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2019-12-03T06:33:08Z</dcterms:created>
  <dc:creator>Windows 사용자</dc:creator>
</cp:coreProperties>
</file>