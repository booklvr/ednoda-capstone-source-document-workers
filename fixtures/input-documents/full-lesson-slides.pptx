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Animals and Habitats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/>
              <a:t>Sample PPTX for source-document upload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Learning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Identify common animal habitat vocabulary.</a:t>
            </a:r>
          </a:p>
          <a:p>
            <a:pPr>
              <a:defRPr sz="2400"/>
            </a:pPr>
            <a:r>
              <a:t>Use simple present tense to describe animal behavior.</a:t>
            </a:r>
          </a:p>
          <a:p>
            <a:pPr>
              <a:defRPr sz="2400"/>
            </a:pPr>
            <a:r>
              <a:t>Answer short comprehension questions using full sentences.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Vocabulary Check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94944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Example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habitat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The natural home of an animal or plant.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The frog lives in a wet habitat.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nocturnal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Active at night.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Owls are nocturnal animals.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predator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An animal that hunts another animal.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The fox is a predator.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An animal that is hunted by another animal.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The rabbit is prey.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074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Teacher note: Ask students to make one new sentence with each word.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